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1.xml.rels" ContentType="application/vnd.openxmlformats-package.relationships+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presProps.xml" ContentType="application/vnd.openxmlformats-officedocument.presentationml.presProps+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10.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reepik.com/" TargetMode="External"/><Relationship Id="rId4" Type="http://schemas.openxmlformats.org/officeDocument/2006/relationships/hyperlink" Target="https://stories.freepik.com/" TargetMode="Externa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0" y="1850040"/>
            <a:ext cx="4088520" cy="1791720"/>
          </a:xfrm>
          <a:prstGeom prst="rect">
            <a:avLst/>
          </a:prstGeom>
          <a:noFill/>
          <a:ln w="0">
            <a:noFill/>
          </a:ln>
        </p:spPr>
        <p:txBody>
          <a:bodyPr lIns="91440" rIns="91440" tIns="91440" bIns="91440" anchor="b">
            <a:noAutofit/>
          </a:bodyPr>
          <a:p>
            <a:pPr indent="0">
              <a:buNone/>
            </a:pPr>
            <a:r>
              <a:rPr b="0" lang="fr-FR" sz="4400" strike="noStrike" u="none">
                <a:solidFill>
                  <a:schemeClr val="dk1"/>
                </a:solidFill>
                <a:effectLst/>
                <a:uFillTx/>
                <a:latin typeface="Arial"/>
              </a:rPr>
              <a:t>Click to edit the title text format</a:t>
            </a:r>
            <a:endParaRPr b="0" lang="fr-FR" sz="4400" strike="noStrike" u="none">
              <a:solidFill>
                <a:schemeClr val="dk1"/>
              </a:solidFill>
              <a:effectLst/>
              <a:uFillTx/>
              <a:latin typeface="Arial"/>
            </a:endParaRPr>
          </a:p>
        </p:txBody>
      </p:sp>
      <p:cxnSp>
        <p:nvCxnSpPr>
          <p:cNvPr id="3" name="Google Shape;10;p2"/>
          <p:cNvCxnSpPr/>
          <p:nvPr/>
        </p:nvCxnSpPr>
        <p:spPr>
          <a:xfrm flipH="1">
            <a:off x="5826960" y="451080"/>
            <a:ext cx="1672920" cy="126360"/>
          </a:xfrm>
          <a:prstGeom prst="straightConnector1">
            <a:avLst/>
          </a:prstGeom>
          <a:ln w="9525">
            <a:solidFill>
              <a:srgbClr val="3d3d3d"/>
            </a:solidFill>
            <a:round/>
          </a:ln>
        </p:spPr>
      </p:cxnSp>
      <p:cxnSp>
        <p:nvCxnSpPr>
          <p:cNvPr id="4" name="Google Shape;11;p2"/>
          <p:cNvCxnSpPr/>
          <p:nvPr/>
        </p:nvCxnSpPr>
        <p:spPr>
          <a:xfrm flipH="1" flipV="1">
            <a:off x="7512840" y="457560"/>
            <a:ext cx="829800" cy="743760"/>
          </a:xfrm>
          <a:prstGeom prst="straightConnector1">
            <a:avLst/>
          </a:prstGeom>
          <a:ln w="9525">
            <a:solidFill>
              <a:srgbClr val="3d3d3d"/>
            </a:solidFill>
            <a:round/>
          </a:ln>
        </p:spPr>
      </p:cxnSp>
      <p:cxnSp>
        <p:nvCxnSpPr>
          <p:cNvPr id="5" name="Google Shape;12;p2"/>
          <p:cNvCxnSpPr/>
          <p:nvPr/>
        </p:nvCxnSpPr>
        <p:spPr>
          <a:xfrm flipH="1">
            <a:off x="8348760" y="-6480"/>
            <a:ext cx="797040" cy="1188000"/>
          </a:xfrm>
          <a:prstGeom prst="straightConnector1">
            <a:avLst/>
          </a:prstGeom>
          <a:ln w="9525">
            <a:solidFill>
              <a:srgbClr val="3d3d3d"/>
            </a:solidFill>
            <a:round/>
          </a:ln>
        </p:spPr>
      </p:cxnSp>
      <p:grpSp>
        <p:nvGrpSpPr>
          <p:cNvPr id="6" name="Google Shape;13;p2"/>
          <p:cNvGrpSpPr/>
          <p:nvPr/>
        </p:nvGrpSpPr>
        <p:grpSpPr>
          <a:xfrm>
            <a:off x="8064360" y="887760"/>
            <a:ext cx="581400" cy="582120"/>
            <a:chOff x="8064360" y="887760"/>
            <a:chExt cx="581400" cy="582120"/>
          </a:xfrm>
        </p:grpSpPr>
        <p:sp>
          <p:nvSpPr>
            <p:cNvPr id="7" name="Google Shape;14;p2"/>
            <p:cNvSpPr/>
            <p:nvPr/>
          </p:nvSpPr>
          <p:spPr>
            <a:xfrm>
              <a:off x="8068680" y="8928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 name="Google Shape;15;p2"/>
            <p:cNvSpPr/>
            <p:nvPr/>
          </p:nvSpPr>
          <p:spPr>
            <a:xfrm>
              <a:off x="8064360" y="8877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 name="Google Shape;16;p2"/>
            <p:cNvSpPr/>
            <p:nvPr/>
          </p:nvSpPr>
          <p:spPr>
            <a:xfrm>
              <a:off x="8141040" y="96516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 name="Google Shape;17;p2"/>
            <p:cNvSpPr/>
            <p:nvPr/>
          </p:nvSpPr>
          <p:spPr>
            <a:xfrm>
              <a:off x="8136720" y="9604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 name="Google Shape;18;p2"/>
            <p:cNvSpPr/>
            <p:nvPr/>
          </p:nvSpPr>
          <p:spPr>
            <a:xfrm>
              <a:off x="8219880" y="10440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 name="Google Shape;19;p2"/>
            <p:cNvSpPr/>
            <p:nvPr/>
          </p:nvSpPr>
          <p:spPr>
            <a:xfrm>
              <a:off x="8215200" y="10393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3" name="Google Shape;20;p2"/>
          <p:cNvGrpSpPr/>
          <p:nvPr/>
        </p:nvGrpSpPr>
        <p:grpSpPr>
          <a:xfrm>
            <a:off x="7353000" y="316440"/>
            <a:ext cx="291600" cy="292320"/>
            <a:chOff x="7353000" y="316440"/>
            <a:chExt cx="291600" cy="292320"/>
          </a:xfrm>
        </p:grpSpPr>
        <p:sp>
          <p:nvSpPr>
            <p:cNvPr id="14" name="Google Shape;21;p2"/>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 name="Google Shape;22;p2"/>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 name="Google Shape;23;p2"/>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 name="Google Shape;24;p2"/>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fillRef idx="0"/>
            <a:effectRef idx="0"/>
            <a:fontRef idx="minor"/>
          </p:style>
          <p:txBody>
            <a:bodyPr tIns="83880" bIns="83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8" name="Google Shape;25;p2"/>
          <p:cNvSpPr/>
          <p:nvPr/>
        </p:nvSpPr>
        <p:spPr>
          <a:xfrm>
            <a:off x="5690520" y="42588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 name="Google Shape;26;p2"/>
          <p:cNvSpPr/>
          <p:nvPr/>
        </p:nvSpPr>
        <p:spPr>
          <a:xfrm>
            <a:off x="5688360" y="42336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 name="Google Shape;27;p2"/>
          <p:cNvSpPr/>
          <p:nvPr/>
        </p:nvSpPr>
        <p:spPr>
          <a:xfrm>
            <a:off x="5727240" y="46224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 name="Google Shape;28;p2"/>
          <p:cNvSpPr/>
          <p:nvPr/>
        </p:nvSpPr>
        <p:spPr>
          <a:xfrm>
            <a:off x="5724720" y="45972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 name="Google Shape;29;p2"/>
          <p:cNvSpPr/>
          <p:nvPr/>
        </p:nvSpPr>
        <p:spPr>
          <a:xfrm>
            <a:off x="5766480" y="50184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fillRef idx="0"/>
          <a:effectRef idx="0"/>
          <a:fontRef idx="minor"/>
        </p:style>
        <p:txBody>
          <a:bodyPr tIns="68040" bIns="68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 name="Google Shape;30;p2"/>
          <p:cNvSpPr/>
          <p:nvPr/>
        </p:nvSpPr>
        <p:spPr>
          <a:xfrm>
            <a:off x="5764320" y="49968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fillRef idx="0"/>
          <a:effectRef idx="0"/>
          <a:fontRef idx="minor"/>
        </p:style>
        <p:txBody>
          <a:bodyPr tIns="70200" bIns="70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24" name="Google Shape;31;p2"/>
          <p:cNvGrpSpPr/>
          <p:nvPr/>
        </p:nvGrpSpPr>
        <p:grpSpPr>
          <a:xfrm>
            <a:off x="5443200" y="289440"/>
            <a:ext cx="174960" cy="26640"/>
            <a:chOff x="5443200" y="289440"/>
            <a:chExt cx="174960" cy="26640"/>
          </a:xfrm>
        </p:grpSpPr>
        <p:sp>
          <p:nvSpPr>
            <p:cNvPr id="25" name="Google Shape;32;p2"/>
            <p:cNvSpPr/>
            <p:nvPr/>
          </p:nvSpPr>
          <p:spPr>
            <a:xfrm>
              <a:off x="5443200" y="2894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 name="Google Shape;33;p2"/>
            <p:cNvSpPr/>
            <p:nvPr/>
          </p:nvSpPr>
          <p:spPr>
            <a:xfrm>
              <a:off x="5517360" y="2894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 name="Google Shape;34;p2"/>
            <p:cNvSpPr/>
            <p:nvPr/>
          </p:nvSpPr>
          <p:spPr>
            <a:xfrm>
              <a:off x="5591520" y="2894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28" name="Google Shape;35;p2"/>
          <p:cNvGrpSpPr/>
          <p:nvPr/>
        </p:nvGrpSpPr>
        <p:grpSpPr>
          <a:xfrm>
            <a:off x="8489880" y="171000"/>
            <a:ext cx="174960" cy="26640"/>
            <a:chOff x="8489880" y="171000"/>
            <a:chExt cx="174960" cy="26640"/>
          </a:xfrm>
        </p:grpSpPr>
        <p:sp>
          <p:nvSpPr>
            <p:cNvPr id="29" name="Google Shape;36;p2"/>
            <p:cNvSpPr/>
            <p:nvPr/>
          </p:nvSpPr>
          <p:spPr>
            <a:xfrm>
              <a:off x="8489880" y="17100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 name="Google Shape;37;p2"/>
            <p:cNvSpPr/>
            <p:nvPr/>
          </p:nvSpPr>
          <p:spPr>
            <a:xfrm>
              <a:off x="8564040" y="17100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 name="Google Shape;38;p2"/>
            <p:cNvSpPr/>
            <p:nvPr/>
          </p:nvSpPr>
          <p:spPr>
            <a:xfrm>
              <a:off x="8638200" y="17100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32" name="Google Shape;39;p2"/>
          <p:cNvGrpSpPr/>
          <p:nvPr/>
        </p:nvGrpSpPr>
        <p:grpSpPr>
          <a:xfrm>
            <a:off x="8068680" y="1581840"/>
            <a:ext cx="174600" cy="26640"/>
            <a:chOff x="8068680" y="1581840"/>
            <a:chExt cx="174600" cy="26640"/>
          </a:xfrm>
        </p:grpSpPr>
        <p:sp>
          <p:nvSpPr>
            <p:cNvPr id="33" name="Google Shape;40;p2"/>
            <p:cNvSpPr/>
            <p:nvPr/>
          </p:nvSpPr>
          <p:spPr>
            <a:xfrm>
              <a:off x="8068680" y="15818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 name="Google Shape;41;p2"/>
            <p:cNvSpPr/>
            <p:nvPr/>
          </p:nvSpPr>
          <p:spPr>
            <a:xfrm>
              <a:off x="8142840" y="15818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 name="Google Shape;42;p2"/>
            <p:cNvSpPr/>
            <p:nvPr/>
          </p:nvSpPr>
          <p:spPr>
            <a:xfrm>
              <a:off x="8216640" y="15818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3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2105280" y="384120"/>
            <a:ext cx="4937400" cy="1078920"/>
          </a:xfrm>
          <a:prstGeom prst="rect">
            <a:avLst/>
          </a:prstGeom>
          <a:noFill/>
          <a:ln w="0">
            <a:noFill/>
          </a:ln>
        </p:spPr>
        <p:txBody>
          <a:bodyPr lIns="91440" rIns="91440" tIns="91440" bIns="91440" anchor="t">
            <a:noAutofit/>
          </a:bodyPr>
          <a:p>
            <a:pPr indent="0">
              <a:buNone/>
            </a:pPr>
            <a:r>
              <a:rPr b="0" lang="fr-FR" sz="4800" strike="noStrike" u="none">
                <a:solidFill>
                  <a:schemeClr val="dk1"/>
                </a:solidFill>
                <a:effectLst/>
                <a:uFillTx/>
                <a:latin typeface="Arial"/>
              </a:rPr>
              <a:t>Click to edit the title text format</a:t>
            </a:r>
            <a:endParaRPr b="0" lang="fr-FR" sz="4800" strike="noStrike" u="none">
              <a:solidFill>
                <a:schemeClr val="dk1"/>
              </a:solidFill>
              <a:effectLst/>
              <a:uFillTx/>
              <a:latin typeface="Arial"/>
            </a:endParaRPr>
          </a:p>
        </p:txBody>
      </p:sp>
      <p:sp>
        <p:nvSpPr>
          <p:cNvPr id="38" name="Google Shape;914;p19"/>
          <p:cNvSpPr/>
          <p:nvPr/>
        </p:nvSpPr>
        <p:spPr>
          <a:xfrm>
            <a:off x="2097360" y="3664080"/>
            <a:ext cx="4945320" cy="762120"/>
          </a:xfrm>
          <a:prstGeom prst="rect">
            <a:avLst/>
          </a:prstGeom>
          <a:noFill/>
          <a:ln w="0">
            <a:noFill/>
          </a:ln>
        </p:spPr>
        <p:style>
          <a:lnRef idx="0"/>
          <a:fillRef idx="0"/>
          <a:effectRef idx="0"/>
          <a:fontRef idx="minor"/>
        </p:style>
        <p:txBody>
          <a:bodyPr tIns="91440" bIns="91440" anchor="t">
            <a:noAutofit/>
          </a:bodyPr>
          <a:p>
            <a:pPr algn="ctr" defTabSz="914400">
              <a:lnSpc>
                <a:spcPct val="115000"/>
              </a:lnSpc>
              <a:tabLst>
                <a:tab algn="l" pos="0"/>
              </a:tabLst>
            </a:pPr>
            <a:r>
              <a:rPr b="0" lang="en" sz="1100" strike="noStrike" u="none">
                <a:solidFill>
                  <a:schemeClr val="accent1"/>
                </a:solidFill>
                <a:effectLst/>
                <a:uFillTx/>
                <a:latin typeface="Barlow Semi Condensed Medium"/>
                <a:ea typeface="Barlow Semi Condensed Medium"/>
              </a:rPr>
              <a:t>CREDITS:</a:t>
            </a:r>
            <a:r>
              <a:rPr b="0" lang="en" sz="1100" strike="noStrike" u="none">
                <a:solidFill>
                  <a:schemeClr val="dk2"/>
                </a:solidFill>
                <a:effectLst/>
                <a:uFillTx/>
                <a:latin typeface="Barlow Semi Condensed"/>
                <a:ea typeface="Barlow Semi Condensed"/>
              </a:rPr>
              <a:t> This presentation template was created by </a:t>
            </a:r>
            <a:r>
              <a:rPr b="0" lang="en" sz="1100" strike="noStrike" u="sng">
                <a:solidFill>
                  <a:schemeClr val="accent1"/>
                </a:solidFill>
                <a:effectLst/>
                <a:uFillTx/>
                <a:latin typeface="Barlow Semi Condensed Medium"/>
                <a:ea typeface="Barlow Semi Condensed Medium"/>
                <a:hlinkClick r:id="rId2"/>
              </a:rPr>
              <a:t>Slidesgo</a:t>
            </a:r>
            <a:r>
              <a:rPr b="0" lang="en" sz="1100" strike="noStrike" u="none">
                <a:solidFill>
                  <a:schemeClr val="dk2"/>
                </a:solidFill>
                <a:effectLst/>
                <a:uFillTx/>
                <a:latin typeface="Barlow Semi Condensed"/>
                <a:ea typeface="Barlow Semi Condensed"/>
              </a:rPr>
              <a:t>, including icons, infographics &amp; images by </a:t>
            </a:r>
            <a:r>
              <a:rPr b="0" lang="en" sz="1100" strike="noStrike" u="sng">
                <a:solidFill>
                  <a:schemeClr val="accent1"/>
                </a:solidFill>
                <a:effectLst/>
                <a:uFillTx/>
                <a:latin typeface="Barlow Semi Condensed Medium"/>
                <a:ea typeface="Barlow Semi Condensed Medium"/>
                <a:hlinkClick r:id="rId3"/>
              </a:rPr>
              <a:t>Freepik</a:t>
            </a:r>
            <a:r>
              <a:rPr b="0" lang="en" sz="1100" strike="noStrike" u="none">
                <a:solidFill>
                  <a:schemeClr val="dk2"/>
                </a:solidFill>
                <a:effectLst/>
                <a:uFillTx/>
                <a:latin typeface="Barlow Semi Condensed"/>
                <a:ea typeface="Barlow Semi Condensed"/>
              </a:rPr>
              <a:t> and illustrations by </a:t>
            </a:r>
            <a:r>
              <a:rPr b="0" lang="en" sz="1100" strike="noStrike" u="sng">
                <a:solidFill>
                  <a:schemeClr val="accent1"/>
                </a:solidFill>
                <a:effectLst/>
                <a:uFillTx/>
                <a:latin typeface="Barlow Semi Condensed Medium"/>
                <a:ea typeface="Barlow Semi Condensed Medium"/>
                <a:hlinkClick r:id="rId4"/>
              </a:rPr>
              <a:t>Stories</a:t>
            </a:r>
            <a:endParaRPr b="0" lang="en-US" sz="1100" strike="noStrike" u="none">
              <a:solidFill>
                <a:srgbClr val="000000"/>
              </a:solidFill>
              <a:effectLst/>
              <a:uFillTx/>
              <a:latin typeface="OpenSymbol"/>
            </a:endParaRPr>
          </a:p>
          <a:p>
            <a:pPr algn="ctr" defTabSz="914400">
              <a:lnSpc>
                <a:spcPct val="100000"/>
              </a:lnSpc>
              <a:tabLst>
                <a:tab algn="l" pos="0"/>
              </a:tabLst>
            </a:pPr>
            <a:endParaRPr b="0" lang="en-US" sz="1800" strike="noStrike" u="none">
              <a:solidFill>
                <a:srgbClr val="000000"/>
              </a:solidFill>
              <a:effectLst/>
              <a:uFillTx/>
              <a:latin typeface="OpenSymbol"/>
            </a:endParaRPr>
          </a:p>
        </p:txBody>
      </p:sp>
      <p:cxnSp>
        <p:nvCxnSpPr>
          <p:cNvPr id="39" name="Google Shape;915;p19"/>
          <p:cNvCxnSpPr/>
          <p:nvPr/>
        </p:nvCxnSpPr>
        <p:spPr>
          <a:xfrm flipH="1">
            <a:off x="7682760" y="2910960"/>
            <a:ext cx="306720" cy="1133640"/>
          </a:xfrm>
          <a:prstGeom prst="straightConnector1">
            <a:avLst/>
          </a:prstGeom>
          <a:ln w="9525">
            <a:solidFill>
              <a:srgbClr val="494949"/>
            </a:solidFill>
            <a:round/>
          </a:ln>
        </p:spPr>
      </p:cxnSp>
      <p:cxnSp>
        <p:nvCxnSpPr>
          <p:cNvPr id="40" name="Google Shape;916;p19"/>
          <p:cNvCxnSpPr/>
          <p:nvPr/>
        </p:nvCxnSpPr>
        <p:spPr>
          <a:xfrm>
            <a:off x="7694640" y="1568880"/>
            <a:ext cx="315720" cy="1342440"/>
          </a:xfrm>
          <a:prstGeom prst="straightConnector1">
            <a:avLst/>
          </a:prstGeom>
          <a:ln w="9525">
            <a:solidFill>
              <a:srgbClr val="494949"/>
            </a:solidFill>
            <a:round/>
          </a:ln>
        </p:spPr>
      </p:cxnSp>
      <p:cxnSp>
        <p:nvCxnSpPr>
          <p:cNvPr id="41" name="Google Shape;917;p19"/>
          <p:cNvCxnSpPr/>
          <p:nvPr/>
        </p:nvCxnSpPr>
        <p:spPr>
          <a:xfrm flipH="1">
            <a:off x="7702200" y="266400"/>
            <a:ext cx="392400" cy="1332360"/>
          </a:xfrm>
          <a:prstGeom prst="straightConnector1">
            <a:avLst/>
          </a:prstGeom>
          <a:ln w="9525">
            <a:solidFill>
              <a:srgbClr val="494949"/>
            </a:solidFill>
            <a:round/>
          </a:ln>
        </p:spPr>
      </p:cxnSp>
      <p:cxnSp>
        <p:nvCxnSpPr>
          <p:cNvPr id="42" name="Google Shape;918;p19"/>
          <p:cNvCxnSpPr/>
          <p:nvPr/>
        </p:nvCxnSpPr>
        <p:spPr>
          <a:xfrm flipH="1">
            <a:off x="8101800" y="0"/>
            <a:ext cx="407160" cy="273960"/>
          </a:xfrm>
          <a:prstGeom prst="straightConnector1">
            <a:avLst/>
          </a:prstGeom>
          <a:ln w="9525">
            <a:solidFill>
              <a:srgbClr val="494949"/>
            </a:solidFill>
            <a:round/>
          </a:ln>
        </p:spPr>
      </p:cxnSp>
      <p:grpSp>
        <p:nvGrpSpPr>
          <p:cNvPr id="43" name="Google Shape;919;p19"/>
          <p:cNvGrpSpPr/>
          <p:nvPr/>
        </p:nvGrpSpPr>
        <p:grpSpPr>
          <a:xfrm>
            <a:off x="7407360" y="1284840"/>
            <a:ext cx="582120" cy="581400"/>
            <a:chOff x="7407360" y="1284840"/>
            <a:chExt cx="582120" cy="581400"/>
          </a:xfrm>
        </p:grpSpPr>
        <p:sp>
          <p:nvSpPr>
            <p:cNvPr id="44" name="Google Shape;920;p19"/>
            <p:cNvSpPr/>
            <p:nvPr/>
          </p:nvSpPr>
          <p:spPr>
            <a:xfrm flipV="1" rot="16200000">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 name="Google Shape;921;p19"/>
            <p:cNvSpPr/>
            <p:nvPr/>
          </p:nvSpPr>
          <p:spPr>
            <a:xfrm flipV="1" rot="16200000">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 name="Google Shape;922;p19"/>
            <p:cNvSpPr/>
            <p:nvPr/>
          </p:nvSpPr>
          <p:spPr>
            <a:xfrm flipV="1" rot="16200000">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 name="Google Shape;923;p19"/>
            <p:cNvSpPr/>
            <p:nvPr/>
          </p:nvSpPr>
          <p:spPr>
            <a:xfrm flipV="1" rot="16200000">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 name="Google Shape;924;p19"/>
            <p:cNvSpPr/>
            <p:nvPr/>
          </p:nvSpPr>
          <p:spPr>
            <a:xfrm flipV="1" rot="16200000">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 name="Google Shape;925;p19"/>
            <p:cNvSpPr/>
            <p:nvPr/>
          </p:nvSpPr>
          <p:spPr>
            <a:xfrm flipV="1" rot="16200000">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50" name="Google Shape;926;p19"/>
          <p:cNvGrpSpPr/>
          <p:nvPr/>
        </p:nvGrpSpPr>
        <p:grpSpPr>
          <a:xfrm>
            <a:off x="7869600" y="2754360"/>
            <a:ext cx="292320" cy="291600"/>
            <a:chOff x="7869600" y="2754360"/>
            <a:chExt cx="292320" cy="291600"/>
          </a:xfrm>
        </p:grpSpPr>
        <p:sp>
          <p:nvSpPr>
            <p:cNvPr id="51" name="Google Shape;927;p19"/>
            <p:cNvSpPr/>
            <p:nvPr/>
          </p:nvSpPr>
          <p:spPr>
            <a:xfrm flipV="1" rot="16200000">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2" name="Google Shape;928;p19"/>
            <p:cNvSpPr/>
            <p:nvPr/>
          </p:nvSpPr>
          <p:spPr>
            <a:xfrm flipV="1" rot="16200000">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 name="Google Shape;929;p19"/>
            <p:cNvSpPr/>
            <p:nvPr/>
          </p:nvSpPr>
          <p:spPr>
            <a:xfrm flipV="1" rot="16200000">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 name="Google Shape;930;p19"/>
            <p:cNvSpPr/>
            <p:nvPr/>
          </p:nvSpPr>
          <p:spPr>
            <a:xfrm flipV="1" rot="16200000">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fillRef idx="0"/>
            <a:effectRef idx="0"/>
            <a:fontRef idx="minor"/>
          </p:style>
          <p:txBody>
            <a:bodyPr tIns="83880" bIns="83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55" name="Google Shape;931;p19"/>
          <p:cNvGrpSpPr/>
          <p:nvPr/>
        </p:nvGrpSpPr>
        <p:grpSpPr>
          <a:xfrm>
            <a:off x="8012880" y="177840"/>
            <a:ext cx="174600" cy="174600"/>
            <a:chOff x="8012880" y="177840"/>
            <a:chExt cx="174600" cy="174600"/>
          </a:xfrm>
        </p:grpSpPr>
        <p:sp>
          <p:nvSpPr>
            <p:cNvPr id="56" name="Google Shape;932;p19"/>
            <p:cNvSpPr/>
            <p:nvPr/>
          </p:nvSpPr>
          <p:spPr>
            <a:xfrm flipV="1" rot="16200000">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fillRef idx="0"/>
            <a:effectRef idx="0"/>
            <a:fontRef idx="minor"/>
          </p:style>
          <p:txBody>
            <a:bodyPr tIns="82800" bIns="82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7" name="Google Shape;933;p19"/>
            <p:cNvSpPr/>
            <p:nvPr/>
          </p:nvSpPr>
          <p:spPr>
            <a:xfrm flipV="1" rot="16200000">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fillRef idx="0"/>
            <a:effectRef idx="0"/>
            <a:fontRef idx="minor"/>
          </p:style>
          <p:txBody>
            <a:bodyPr tIns="87480" bIns="87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 name="Google Shape;934;p19"/>
            <p:cNvSpPr/>
            <p:nvPr/>
          </p:nvSpPr>
          <p:spPr>
            <a:xfrm flipV="1" rot="16200000">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fillRef idx="0"/>
            <a:effectRef idx="0"/>
            <a:fontRef idx="minor"/>
          </p:style>
          <p:txBody>
            <a:bodyPr tIns="46440" bIns="46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9" name="Google Shape;935;p19"/>
            <p:cNvSpPr/>
            <p:nvPr/>
          </p:nvSpPr>
          <p:spPr>
            <a:xfrm flipV="1" rot="16200000">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60" name="Google Shape;936;p19"/>
          <p:cNvGrpSpPr/>
          <p:nvPr/>
        </p:nvGrpSpPr>
        <p:grpSpPr>
          <a:xfrm>
            <a:off x="7551720" y="3880440"/>
            <a:ext cx="293040" cy="292680"/>
            <a:chOff x="7551720" y="3880440"/>
            <a:chExt cx="293040" cy="292680"/>
          </a:xfrm>
        </p:grpSpPr>
        <p:sp>
          <p:nvSpPr>
            <p:cNvPr id="61" name="Google Shape;937;p19"/>
            <p:cNvSpPr/>
            <p:nvPr/>
          </p:nvSpPr>
          <p:spPr>
            <a:xfrm flipH="1" rot="5400000">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 name="Google Shape;938;p19"/>
            <p:cNvSpPr/>
            <p:nvPr/>
          </p:nvSpPr>
          <p:spPr>
            <a:xfrm flipH="1" rot="5400000">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 name="Google Shape;939;p19"/>
            <p:cNvSpPr/>
            <p:nvPr/>
          </p:nvSpPr>
          <p:spPr>
            <a:xfrm flipH="1" rot="5400000">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 name="Google Shape;940;p19"/>
            <p:cNvSpPr/>
            <p:nvPr/>
          </p:nvSpPr>
          <p:spPr>
            <a:xfrm flipH="1" rot="5400000">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 name="Google Shape;941;p19"/>
            <p:cNvSpPr/>
            <p:nvPr/>
          </p:nvSpPr>
          <p:spPr>
            <a:xfrm flipH="1" rot="5400000">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fillRef idx="0"/>
            <a:effectRef idx="0"/>
            <a:fontRef idx="minor"/>
          </p:style>
          <p:txBody>
            <a:bodyPr tIns="68040" bIns="68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 name="Google Shape;942;p19"/>
            <p:cNvSpPr/>
            <p:nvPr/>
          </p:nvSpPr>
          <p:spPr>
            <a:xfrm flipH="1" rot="5400000">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fillRef idx="0"/>
            <a:effectRef idx="0"/>
            <a:fontRef idx="minor"/>
          </p:style>
          <p:txBody>
            <a:bodyPr tIns="70200" bIns="70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67" name="Google Shape;943;p19"/>
          <p:cNvGrpSpPr/>
          <p:nvPr/>
        </p:nvGrpSpPr>
        <p:grpSpPr>
          <a:xfrm>
            <a:off x="8333280" y="249120"/>
            <a:ext cx="26640" cy="174600"/>
            <a:chOff x="8333280" y="249120"/>
            <a:chExt cx="26640" cy="174600"/>
          </a:xfrm>
        </p:grpSpPr>
        <p:sp>
          <p:nvSpPr>
            <p:cNvPr id="68" name="Google Shape;944;p19"/>
            <p:cNvSpPr/>
            <p:nvPr/>
          </p:nvSpPr>
          <p:spPr>
            <a:xfrm flipV="1" rot="16200000">
              <a:off x="8333280" y="39708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 name="Google Shape;945;p19"/>
            <p:cNvSpPr/>
            <p:nvPr/>
          </p:nvSpPr>
          <p:spPr>
            <a:xfrm flipV="1" rot="16200000">
              <a:off x="8333280" y="32328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 name="Google Shape;946;p19"/>
            <p:cNvSpPr/>
            <p:nvPr/>
          </p:nvSpPr>
          <p:spPr>
            <a:xfrm flipV="1" rot="16200000">
              <a:off x="8333280" y="24912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cxnSp>
        <p:nvCxnSpPr>
          <p:cNvPr id="71" name="Google Shape;947;p19"/>
          <p:cNvCxnSpPr/>
          <p:nvPr/>
        </p:nvCxnSpPr>
        <p:spPr>
          <a:xfrm flipH="1" flipV="1">
            <a:off x="1513800" y="1824840"/>
            <a:ext cx="126360" cy="1672920"/>
          </a:xfrm>
          <a:prstGeom prst="straightConnector1">
            <a:avLst/>
          </a:prstGeom>
          <a:ln w="9525">
            <a:solidFill>
              <a:srgbClr val="494949"/>
            </a:solidFill>
            <a:round/>
          </a:ln>
        </p:spPr>
      </p:cxnSp>
      <p:cxnSp>
        <p:nvCxnSpPr>
          <p:cNvPr id="72" name="Google Shape;948;p19"/>
          <p:cNvCxnSpPr/>
          <p:nvPr/>
        </p:nvCxnSpPr>
        <p:spPr>
          <a:xfrm flipV="1">
            <a:off x="889920" y="3510720"/>
            <a:ext cx="743760" cy="829800"/>
          </a:xfrm>
          <a:prstGeom prst="straightConnector1">
            <a:avLst/>
          </a:prstGeom>
          <a:ln w="9525">
            <a:solidFill>
              <a:srgbClr val="494949"/>
            </a:solidFill>
            <a:round/>
          </a:ln>
        </p:spPr>
      </p:cxnSp>
      <p:cxnSp>
        <p:nvCxnSpPr>
          <p:cNvPr id="73" name="Google Shape;949;p19"/>
          <p:cNvCxnSpPr/>
          <p:nvPr/>
        </p:nvCxnSpPr>
        <p:spPr>
          <a:xfrm flipH="1" flipV="1">
            <a:off x="909720" y="4347000"/>
            <a:ext cx="1188360" cy="796680"/>
          </a:xfrm>
          <a:prstGeom prst="straightConnector1">
            <a:avLst/>
          </a:prstGeom>
          <a:ln w="9525">
            <a:solidFill>
              <a:srgbClr val="494949"/>
            </a:solidFill>
            <a:round/>
          </a:ln>
        </p:spPr>
      </p:cxnSp>
      <p:grpSp>
        <p:nvGrpSpPr>
          <p:cNvPr id="74" name="Google Shape;950;p19"/>
          <p:cNvGrpSpPr/>
          <p:nvPr/>
        </p:nvGrpSpPr>
        <p:grpSpPr>
          <a:xfrm>
            <a:off x="621360" y="4062240"/>
            <a:ext cx="582120" cy="581400"/>
            <a:chOff x="621360" y="4062240"/>
            <a:chExt cx="582120" cy="581400"/>
          </a:xfrm>
        </p:grpSpPr>
        <p:sp>
          <p:nvSpPr>
            <p:cNvPr id="75" name="Google Shape;951;p19"/>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 name="Google Shape;952;p19"/>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 name="Google Shape;953;p19"/>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8" name="Google Shape;954;p19"/>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 name="Google Shape;955;p19"/>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 name="Google Shape;956;p19"/>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81" name="Google Shape;957;p19"/>
          <p:cNvGrpSpPr/>
          <p:nvPr/>
        </p:nvGrpSpPr>
        <p:grpSpPr>
          <a:xfrm>
            <a:off x="1482840" y="3351240"/>
            <a:ext cx="292320" cy="291600"/>
            <a:chOff x="1482840" y="3351240"/>
            <a:chExt cx="292320" cy="291600"/>
          </a:xfrm>
        </p:grpSpPr>
        <p:sp>
          <p:nvSpPr>
            <p:cNvPr id="82" name="Google Shape;958;p19"/>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 name="Google Shape;959;p19"/>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 name="Google Shape;960;p19"/>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 name="Google Shape;961;p19"/>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fillRef idx="0"/>
            <a:effectRef idx="0"/>
            <a:fontRef idx="minor"/>
          </p:style>
          <p:txBody>
            <a:bodyPr tIns="83880" bIns="83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86" name="Google Shape;962;p19"/>
          <p:cNvGrpSpPr/>
          <p:nvPr/>
        </p:nvGrpSpPr>
        <p:grpSpPr>
          <a:xfrm>
            <a:off x="1595520" y="4790160"/>
            <a:ext cx="174600" cy="174600"/>
            <a:chOff x="1595520" y="4790160"/>
            <a:chExt cx="174600" cy="174600"/>
          </a:xfrm>
        </p:grpSpPr>
        <p:sp>
          <p:nvSpPr>
            <p:cNvPr id="87" name="Google Shape;963;p19"/>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fillRef idx="0"/>
            <a:effectRef idx="0"/>
            <a:fontRef idx="minor"/>
          </p:style>
          <p:txBody>
            <a:bodyPr tIns="82800" bIns="82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8" name="Google Shape;964;p19"/>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fillRef idx="0"/>
            <a:effectRef idx="0"/>
            <a:fontRef idx="minor"/>
          </p:style>
          <p:txBody>
            <a:bodyPr tIns="87480" bIns="87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 name="Google Shape;965;p19"/>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fillRef idx="0"/>
            <a:effectRef idx="0"/>
            <a:fontRef idx="minor"/>
          </p:style>
          <p:txBody>
            <a:bodyPr tIns="46440" bIns="46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0" name="Google Shape;966;p19"/>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1" name="Google Shape;967;p19"/>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2" name="Google Shape;968;p19"/>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3" name="Google Shape;969;p19"/>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 name="Google Shape;970;p19"/>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 name="Google Shape;971;p19"/>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fillRef idx="0"/>
          <a:effectRef idx="0"/>
          <a:fontRef idx="minor"/>
        </p:style>
        <p:txBody>
          <a:bodyPr tIns="68040" bIns="68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 name="Google Shape;972;p19"/>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fillRef idx="0"/>
          <a:effectRef idx="0"/>
          <a:fontRef idx="minor"/>
        </p:style>
        <p:txBody>
          <a:bodyPr tIns="70200" bIns="70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97" name="Google Shape;973;p19"/>
          <p:cNvGrpSpPr/>
          <p:nvPr/>
        </p:nvGrpSpPr>
        <p:grpSpPr>
          <a:xfrm>
            <a:off x="1775520" y="1441440"/>
            <a:ext cx="26640" cy="174600"/>
            <a:chOff x="1775520" y="1441440"/>
            <a:chExt cx="26640" cy="174600"/>
          </a:xfrm>
        </p:grpSpPr>
        <p:sp>
          <p:nvSpPr>
            <p:cNvPr id="98" name="Google Shape;974;p19"/>
            <p:cNvSpPr/>
            <p:nvPr/>
          </p:nvSpPr>
          <p:spPr>
            <a:xfrm rot="5400000">
              <a:off x="1775520" y="14414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9" name="Google Shape;975;p19"/>
            <p:cNvSpPr/>
            <p:nvPr/>
          </p:nvSpPr>
          <p:spPr>
            <a:xfrm rot="5400000">
              <a:off x="1775520" y="15152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0" name="Google Shape;976;p19"/>
            <p:cNvSpPr/>
            <p:nvPr/>
          </p:nvSpPr>
          <p:spPr>
            <a:xfrm rot="5400000">
              <a:off x="1775520" y="158940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01" name="Google Shape;977;p19"/>
          <p:cNvGrpSpPr/>
          <p:nvPr/>
        </p:nvGrpSpPr>
        <p:grpSpPr>
          <a:xfrm>
            <a:off x="1893960" y="4488120"/>
            <a:ext cx="26640" cy="174600"/>
            <a:chOff x="1893960" y="4488120"/>
            <a:chExt cx="26640" cy="174600"/>
          </a:xfrm>
        </p:grpSpPr>
        <p:sp>
          <p:nvSpPr>
            <p:cNvPr id="102" name="Google Shape;978;p19"/>
            <p:cNvSpPr/>
            <p:nvPr/>
          </p:nvSpPr>
          <p:spPr>
            <a:xfrm rot="5400000">
              <a:off x="1893960" y="448812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3" name="Google Shape;979;p19"/>
            <p:cNvSpPr/>
            <p:nvPr/>
          </p:nvSpPr>
          <p:spPr>
            <a:xfrm rot="5400000">
              <a:off x="1893960" y="456192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4" name="Google Shape;980;p19"/>
            <p:cNvSpPr/>
            <p:nvPr/>
          </p:nvSpPr>
          <p:spPr>
            <a:xfrm rot="5400000">
              <a:off x="1893960" y="463608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05" name="Google Shape;981;p19"/>
          <p:cNvGrpSpPr/>
          <p:nvPr/>
        </p:nvGrpSpPr>
        <p:grpSpPr>
          <a:xfrm>
            <a:off x="483120" y="4066920"/>
            <a:ext cx="26640" cy="174600"/>
            <a:chOff x="483120" y="4066920"/>
            <a:chExt cx="26640" cy="174600"/>
          </a:xfrm>
        </p:grpSpPr>
        <p:sp>
          <p:nvSpPr>
            <p:cNvPr id="106" name="Google Shape;982;p19"/>
            <p:cNvSpPr/>
            <p:nvPr/>
          </p:nvSpPr>
          <p:spPr>
            <a:xfrm rot="5400000">
              <a:off x="483120" y="4066920"/>
              <a:ext cx="26640" cy="26640"/>
            </a:xfrm>
            <a:prstGeom prst="ellipse">
              <a:avLst/>
            </a:prstGeom>
            <a:solidFill>
              <a:srgbClr val="595959"/>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7" name="Google Shape;983;p19"/>
            <p:cNvSpPr/>
            <p:nvPr/>
          </p:nvSpPr>
          <p:spPr>
            <a:xfrm rot="5400000">
              <a:off x="483120" y="4140720"/>
              <a:ext cx="26640" cy="26640"/>
            </a:xfrm>
            <a:prstGeom prst="ellipse">
              <a:avLst/>
            </a:prstGeom>
            <a:solidFill>
              <a:srgbClr val="595959"/>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8" name="Google Shape;984;p19"/>
            <p:cNvSpPr/>
            <p:nvPr/>
          </p:nvSpPr>
          <p:spPr>
            <a:xfrm rot="5400000">
              <a:off x="483120" y="4214880"/>
              <a:ext cx="26640" cy="26640"/>
            </a:xfrm>
            <a:prstGeom prst="ellipse">
              <a:avLst/>
            </a:prstGeom>
            <a:solidFill>
              <a:srgbClr val="595959"/>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BODY_1">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217" name="PlaceHolder 1"/>
          <p:cNvSpPr>
            <a:spLocks noGrp="1"/>
          </p:cNvSpPr>
          <p:nvPr>
            <p:ph type="title"/>
          </p:nvPr>
        </p:nvSpPr>
        <p:spPr>
          <a:xfrm>
            <a:off x="2105280" y="384120"/>
            <a:ext cx="4937400" cy="1078920"/>
          </a:xfrm>
          <a:prstGeom prst="rect">
            <a:avLst/>
          </a:prstGeom>
          <a:noFill/>
          <a:ln w="0">
            <a:noFill/>
          </a:ln>
        </p:spPr>
        <p:txBody>
          <a:bodyPr lIns="0" rIns="0" tIns="0" bIns="0" anchor="ctr">
            <a:spAutoFit/>
          </a:bodyPr>
          <a:p>
            <a:pPr indent="0">
              <a:buNone/>
            </a:pPr>
            <a:endParaRPr b="0" lang="fr-FR" sz="1800" strike="noStrike" u="none">
              <a:solidFill>
                <a:schemeClr val="dk1"/>
              </a:solidFill>
              <a:effectLst/>
              <a:uFillTx/>
              <a:latin typeface="Arial"/>
            </a:endParaRPr>
          </a:p>
        </p:txBody>
      </p:sp>
      <p:sp>
        <p:nvSpPr>
          <p:cNvPr id="218"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fr-FR" sz="14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9" name="PlaceHolder 1"/>
          <p:cNvSpPr>
            <a:spLocks noGrp="1"/>
          </p:cNvSpPr>
          <p:nvPr>
            <p:ph type="title"/>
          </p:nvPr>
        </p:nvSpPr>
        <p:spPr>
          <a:xfrm>
            <a:off x="2532960" y="338400"/>
            <a:ext cx="4087080" cy="575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10" name="PlaceHolder 2"/>
          <p:cNvSpPr>
            <a:spLocks noGrp="1"/>
          </p:cNvSpPr>
          <p:nvPr>
            <p:ph type="body"/>
          </p:nvPr>
        </p:nvSpPr>
        <p:spPr>
          <a:xfrm>
            <a:off x="714600" y="1152000"/>
            <a:ext cx="7705080" cy="3529080"/>
          </a:xfrm>
          <a:prstGeom prst="rect">
            <a:avLst/>
          </a:prstGeom>
          <a:noFill/>
          <a:ln w="0">
            <a:noFill/>
          </a:ln>
        </p:spPr>
        <p:txBody>
          <a:bodyPr lIns="91440" rIns="91440" tIns="91440" bIns="91440" anchor="ctr">
            <a:noAutofit/>
          </a:bodyPr>
          <a:p>
            <a:pPr marL="432000" indent="-324000">
              <a:spcBef>
                <a:spcPts val="1417"/>
              </a:spcBef>
              <a:buClr>
                <a:srgbClr val="000000"/>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cxnSp>
        <p:nvCxnSpPr>
          <p:cNvPr id="111" name="Google Shape;1142;p23"/>
          <p:cNvCxnSpPr/>
          <p:nvPr/>
        </p:nvCxnSpPr>
        <p:spPr>
          <a:xfrm flipH="1" flipV="1">
            <a:off x="302760" y="3359160"/>
            <a:ext cx="152280" cy="957600"/>
          </a:xfrm>
          <a:prstGeom prst="straightConnector1">
            <a:avLst/>
          </a:prstGeom>
          <a:ln w="9525">
            <a:solidFill>
              <a:srgbClr val="3d3d3d"/>
            </a:solidFill>
            <a:round/>
          </a:ln>
        </p:spPr>
      </p:cxnSp>
      <p:cxnSp>
        <p:nvCxnSpPr>
          <p:cNvPr id="112" name="Google Shape;1143;p23"/>
          <p:cNvCxnSpPr/>
          <p:nvPr/>
        </p:nvCxnSpPr>
        <p:spPr>
          <a:xfrm flipV="1">
            <a:off x="0" y="4332240"/>
            <a:ext cx="446760" cy="664560"/>
          </a:xfrm>
          <a:prstGeom prst="straightConnector1">
            <a:avLst/>
          </a:prstGeom>
          <a:ln w="9525">
            <a:solidFill>
              <a:srgbClr val="3d3d3d"/>
            </a:solidFill>
            <a:round/>
          </a:ln>
        </p:spPr>
      </p:cxnSp>
      <p:grpSp>
        <p:nvGrpSpPr>
          <p:cNvPr id="113" name="Google Shape;1144;p23"/>
          <p:cNvGrpSpPr/>
          <p:nvPr/>
        </p:nvGrpSpPr>
        <p:grpSpPr>
          <a:xfrm>
            <a:off x="300600" y="4167720"/>
            <a:ext cx="291600" cy="292320"/>
            <a:chOff x="300600" y="4167720"/>
            <a:chExt cx="291600" cy="292320"/>
          </a:xfrm>
        </p:grpSpPr>
        <p:sp>
          <p:nvSpPr>
            <p:cNvPr id="114" name="Google Shape;1145;p23"/>
            <p:cNvSpPr/>
            <p:nvPr/>
          </p:nvSpPr>
          <p:spPr>
            <a:xfrm flipH="1">
              <a:off x="305280" y="41727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5" name="Google Shape;1146;p23"/>
            <p:cNvSpPr/>
            <p:nvPr/>
          </p:nvSpPr>
          <p:spPr>
            <a:xfrm flipH="1">
              <a:off x="300600" y="41677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6" name="Google Shape;1147;p23"/>
            <p:cNvSpPr/>
            <p:nvPr/>
          </p:nvSpPr>
          <p:spPr>
            <a:xfrm flipH="1">
              <a:off x="366840" y="42346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7" name="Google Shape;1148;p23"/>
            <p:cNvSpPr/>
            <p:nvPr/>
          </p:nvSpPr>
          <p:spPr>
            <a:xfrm flipH="1">
              <a:off x="361800" y="423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fillRef idx="0"/>
            <a:effectRef idx="0"/>
            <a:fontRef idx="minor"/>
          </p:style>
          <p:txBody>
            <a:bodyPr tIns="83880" bIns="83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18" name="Google Shape;1149;p23"/>
          <p:cNvGrpSpPr/>
          <p:nvPr/>
        </p:nvGrpSpPr>
        <p:grpSpPr>
          <a:xfrm>
            <a:off x="148320" y="3224160"/>
            <a:ext cx="292680" cy="293040"/>
            <a:chOff x="148320" y="3224160"/>
            <a:chExt cx="292680" cy="293040"/>
          </a:xfrm>
        </p:grpSpPr>
        <p:sp>
          <p:nvSpPr>
            <p:cNvPr id="119" name="Google Shape;1150;p23"/>
            <p:cNvSpPr/>
            <p:nvPr/>
          </p:nvSpPr>
          <p:spPr>
            <a:xfrm flipH="1">
              <a:off x="150480" y="32266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0" name="Google Shape;1151;p23"/>
            <p:cNvSpPr/>
            <p:nvPr/>
          </p:nvSpPr>
          <p:spPr>
            <a:xfrm flipH="1">
              <a:off x="147960" y="32241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1" name="Google Shape;1152;p23"/>
            <p:cNvSpPr/>
            <p:nvPr/>
          </p:nvSpPr>
          <p:spPr>
            <a:xfrm flipH="1">
              <a:off x="187560" y="326340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2" name="Google Shape;1153;p23"/>
            <p:cNvSpPr/>
            <p:nvPr/>
          </p:nvSpPr>
          <p:spPr>
            <a:xfrm flipH="1">
              <a:off x="185400" y="326088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3" name="Google Shape;1154;p23"/>
            <p:cNvSpPr/>
            <p:nvPr/>
          </p:nvSpPr>
          <p:spPr>
            <a:xfrm flipH="1">
              <a:off x="226800" y="330300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fillRef idx="0"/>
            <a:effectRef idx="0"/>
            <a:fontRef idx="minor"/>
          </p:style>
          <p:txBody>
            <a:bodyPr tIns="68040" bIns="68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4" name="Google Shape;1155;p23"/>
            <p:cNvSpPr/>
            <p:nvPr/>
          </p:nvSpPr>
          <p:spPr>
            <a:xfrm flipH="1">
              <a:off x="224280" y="330084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fillRef idx="0"/>
            <a:effectRef idx="0"/>
            <a:fontRef idx="minor"/>
          </p:style>
          <p:txBody>
            <a:bodyPr tIns="70200" bIns="70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cxnSp>
        <p:nvCxnSpPr>
          <p:cNvPr id="125" name="Google Shape;1156;p23"/>
          <p:cNvCxnSpPr/>
          <p:nvPr/>
        </p:nvCxnSpPr>
        <p:spPr>
          <a:xfrm flipH="1" flipV="1">
            <a:off x="7196760" y="294840"/>
            <a:ext cx="1157400" cy="543240"/>
          </a:xfrm>
          <a:prstGeom prst="straightConnector1">
            <a:avLst/>
          </a:prstGeom>
          <a:ln w="9525">
            <a:solidFill>
              <a:srgbClr val="3d3d3d"/>
            </a:solidFill>
            <a:round/>
          </a:ln>
        </p:spPr>
      </p:cxnSp>
      <p:cxnSp>
        <p:nvCxnSpPr>
          <p:cNvPr id="126" name="Google Shape;1157;p23"/>
          <p:cNvCxnSpPr/>
          <p:nvPr/>
        </p:nvCxnSpPr>
        <p:spPr>
          <a:xfrm flipH="1">
            <a:off x="8353800" y="-6480"/>
            <a:ext cx="792000" cy="836280"/>
          </a:xfrm>
          <a:prstGeom prst="straightConnector1">
            <a:avLst/>
          </a:prstGeom>
          <a:ln w="9525">
            <a:solidFill>
              <a:srgbClr val="3d3d3d"/>
            </a:solidFill>
            <a:round/>
          </a:ln>
        </p:spPr>
      </p:cxnSp>
      <p:grpSp>
        <p:nvGrpSpPr>
          <p:cNvPr id="127" name="Google Shape;1158;p23"/>
          <p:cNvGrpSpPr/>
          <p:nvPr/>
        </p:nvGrpSpPr>
        <p:grpSpPr>
          <a:xfrm>
            <a:off x="8064360" y="527040"/>
            <a:ext cx="581400" cy="582120"/>
            <a:chOff x="8064360" y="527040"/>
            <a:chExt cx="581400" cy="582120"/>
          </a:xfrm>
        </p:grpSpPr>
        <p:sp>
          <p:nvSpPr>
            <p:cNvPr id="128" name="Google Shape;1159;p23"/>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9" name="Google Shape;1160;p23"/>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0" name="Google Shape;1161;p23"/>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1" name="Google Shape;1162;p23"/>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2" name="Google Shape;1163;p23"/>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3" name="Google Shape;1164;p23"/>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34" name="Google Shape;1165;p23"/>
          <p:cNvGrpSpPr/>
          <p:nvPr/>
        </p:nvGrpSpPr>
        <p:grpSpPr>
          <a:xfrm>
            <a:off x="7034040" y="171000"/>
            <a:ext cx="291600" cy="292320"/>
            <a:chOff x="7034040" y="171000"/>
            <a:chExt cx="291600" cy="292320"/>
          </a:xfrm>
        </p:grpSpPr>
        <p:sp>
          <p:nvSpPr>
            <p:cNvPr id="135" name="Google Shape;1166;p23"/>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6" name="Google Shape;1167;p23"/>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7" name="Google Shape;1168;p23"/>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8" name="Google Shape;1169;p23"/>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fillRef idx="0"/>
            <a:effectRef idx="0"/>
            <a:fontRef idx="minor"/>
          </p:style>
          <p:txBody>
            <a:bodyPr tIns="83880" bIns="83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39" name="Google Shape;1170;p23"/>
          <p:cNvGrpSpPr/>
          <p:nvPr/>
        </p:nvGrpSpPr>
        <p:grpSpPr>
          <a:xfrm>
            <a:off x="8758080" y="229680"/>
            <a:ext cx="174600" cy="174600"/>
            <a:chOff x="8758080" y="229680"/>
            <a:chExt cx="174600" cy="174600"/>
          </a:xfrm>
        </p:grpSpPr>
        <p:sp>
          <p:nvSpPr>
            <p:cNvPr id="140" name="Google Shape;1171;p23"/>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fillRef idx="0"/>
            <a:effectRef idx="0"/>
            <a:fontRef idx="minor"/>
          </p:style>
          <p:txBody>
            <a:bodyPr tIns="82800" bIns="82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1" name="Google Shape;1172;p23"/>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fillRef idx="0"/>
            <a:effectRef idx="0"/>
            <a:fontRef idx="minor"/>
          </p:style>
          <p:txBody>
            <a:bodyPr tIns="87480" bIns="87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2" name="Google Shape;1173;p23"/>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fillRef idx="0"/>
            <a:effectRef idx="0"/>
            <a:fontRef idx="minor"/>
          </p:style>
          <p:txBody>
            <a:bodyPr tIns="46440" bIns="46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3" name="Google Shape;1174;p23"/>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44" name="Google Shape;1175;p23"/>
          <p:cNvGrpSpPr/>
          <p:nvPr/>
        </p:nvGrpSpPr>
        <p:grpSpPr>
          <a:xfrm>
            <a:off x="8489880" y="171000"/>
            <a:ext cx="174960" cy="26640"/>
            <a:chOff x="8489880" y="171000"/>
            <a:chExt cx="174960" cy="26640"/>
          </a:xfrm>
        </p:grpSpPr>
        <p:sp>
          <p:nvSpPr>
            <p:cNvPr id="145" name="Google Shape;1176;p23"/>
            <p:cNvSpPr/>
            <p:nvPr/>
          </p:nvSpPr>
          <p:spPr>
            <a:xfrm>
              <a:off x="8489880" y="17100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6" name="Google Shape;1177;p23"/>
            <p:cNvSpPr/>
            <p:nvPr/>
          </p:nvSpPr>
          <p:spPr>
            <a:xfrm>
              <a:off x="8564040" y="17100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7" name="Google Shape;1178;p23"/>
            <p:cNvSpPr/>
            <p:nvPr/>
          </p:nvSpPr>
          <p:spPr>
            <a:xfrm>
              <a:off x="8638200" y="17100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48" name="Google Shape;1179;p23"/>
          <p:cNvGrpSpPr/>
          <p:nvPr/>
        </p:nvGrpSpPr>
        <p:grpSpPr>
          <a:xfrm>
            <a:off x="7916400" y="1124640"/>
            <a:ext cx="174600" cy="26640"/>
            <a:chOff x="7916400" y="1124640"/>
            <a:chExt cx="174600" cy="26640"/>
          </a:xfrm>
        </p:grpSpPr>
        <p:sp>
          <p:nvSpPr>
            <p:cNvPr id="149" name="Google Shape;1180;p23"/>
            <p:cNvSpPr/>
            <p:nvPr/>
          </p:nvSpPr>
          <p:spPr>
            <a:xfrm>
              <a:off x="7916400" y="11246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0" name="Google Shape;1181;p23"/>
            <p:cNvSpPr/>
            <p:nvPr/>
          </p:nvSpPr>
          <p:spPr>
            <a:xfrm>
              <a:off x="7990200" y="11246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1" name="Google Shape;1182;p23"/>
            <p:cNvSpPr/>
            <p:nvPr/>
          </p:nvSpPr>
          <p:spPr>
            <a:xfrm>
              <a:off x="8064360" y="11246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clrMap bg1="lt1" tx1="dk1" bg2="dk2" tx2="lt2" accent1="accent1" accent2="accent2" accent3="accent3" accent4="accent4" accent5="accent5" accent6="accent6" hlink="hlink" folHlink="folHlink"/>
  <p:sldLayoutIdLst>
    <p:sldLayoutId id="2147483652"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52" name="Google Shape;111;p4"/>
          <p:cNvGrpSpPr/>
          <p:nvPr/>
        </p:nvGrpSpPr>
        <p:grpSpPr>
          <a:xfrm>
            <a:off x="4484520" y="4433040"/>
            <a:ext cx="174600" cy="26640"/>
            <a:chOff x="4484520" y="4433040"/>
            <a:chExt cx="174600" cy="26640"/>
          </a:xfrm>
        </p:grpSpPr>
        <p:sp>
          <p:nvSpPr>
            <p:cNvPr id="153" name="Google Shape;112;p4"/>
            <p:cNvSpPr/>
            <p:nvPr/>
          </p:nvSpPr>
          <p:spPr>
            <a:xfrm>
              <a:off x="4484520" y="44330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4" name="Google Shape;113;p4"/>
            <p:cNvSpPr/>
            <p:nvPr/>
          </p:nvSpPr>
          <p:spPr>
            <a:xfrm>
              <a:off x="4558680" y="44330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5" name="Google Shape;114;p4"/>
            <p:cNvSpPr/>
            <p:nvPr/>
          </p:nvSpPr>
          <p:spPr>
            <a:xfrm>
              <a:off x="4632480" y="44330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56" name="PlaceHolder 1"/>
          <p:cNvSpPr>
            <a:spLocks noGrp="1"/>
          </p:cNvSpPr>
          <p:nvPr>
            <p:ph type="title"/>
          </p:nvPr>
        </p:nvSpPr>
        <p:spPr>
          <a:xfrm>
            <a:off x="1794960" y="2477880"/>
            <a:ext cx="5553720" cy="575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grpSp>
        <p:nvGrpSpPr>
          <p:cNvPr id="157" name="Google Shape;116;p4"/>
          <p:cNvGrpSpPr/>
          <p:nvPr/>
        </p:nvGrpSpPr>
        <p:grpSpPr>
          <a:xfrm>
            <a:off x="432720" y="0"/>
            <a:ext cx="8278200" cy="5165640"/>
            <a:chOff x="432720" y="0"/>
            <a:chExt cx="8278200" cy="5165640"/>
          </a:xfrm>
        </p:grpSpPr>
        <p:cxnSp>
          <p:nvCxnSpPr>
            <p:cNvPr id="158" name="Google Shape;117;p4"/>
            <p:cNvCxnSpPr/>
            <p:nvPr/>
          </p:nvCxnSpPr>
          <p:spPr>
            <a:xfrm flipV="1">
              <a:off x="8420040" y="2664000"/>
              <a:ext cx="360" cy="2502000"/>
            </a:xfrm>
            <a:prstGeom prst="straightConnector1">
              <a:avLst/>
            </a:prstGeom>
            <a:ln w="9525">
              <a:solidFill>
                <a:srgbClr val="3d3d3d"/>
              </a:solidFill>
              <a:round/>
            </a:ln>
          </p:spPr>
        </p:cxnSp>
        <p:grpSp>
          <p:nvGrpSpPr>
            <p:cNvPr id="159" name="Google Shape;118;p4"/>
            <p:cNvGrpSpPr/>
            <p:nvPr/>
          </p:nvGrpSpPr>
          <p:grpSpPr>
            <a:xfrm>
              <a:off x="8129520" y="4292280"/>
              <a:ext cx="581400" cy="582120"/>
              <a:chOff x="8129520" y="4292280"/>
              <a:chExt cx="581400" cy="582120"/>
            </a:xfrm>
          </p:grpSpPr>
          <p:sp>
            <p:nvSpPr>
              <p:cNvPr id="160" name="Google Shape;119;p4"/>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1" name="Google Shape;120;p4"/>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2" name="Google Shape;121;p4"/>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3" name="Google Shape;122;p4"/>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4" name="Google Shape;123;p4"/>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5" name="Google Shape;124;p4"/>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66" name="Google Shape;125;p4"/>
            <p:cNvGrpSpPr/>
            <p:nvPr/>
          </p:nvGrpSpPr>
          <p:grpSpPr>
            <a:xfrm>
              <a:off x="8274240" y="3720600"/>
              <a:ext cx="291600" cy="292320"/>
              <a:chOff x="8274240" y="3720600"/>
              <a:chExt cx="291600" cy="292320"/>
            </a:xfrm>
          </p:grpSpPr>
          <p:sp>
            <p:nvSpPr>
              <p:cNvPr id="167" name="Google Shape;126;p4"/>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8" name="Google Shape;127;p4"/>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9" name="Google Shape;128;p4"/>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0" name="Google Shape;129;p4"/>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fillRef idx="0"/>
              <a:effectRef idx="0"/>
              <a:fontRef idx="minor"/>
            </p:style>
            <p:txBody>
              <a:bodyPr tIns="83880" bIns="83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71" name="Google Shape;130;p4"/>
            <p:cNvGrpSpPr/>
            <p:nvPr/>
          </p:nvGrpSpPr>
          <p:grpSpPr>
            <a:xfrm>
              <a:off x="8332920" y="3212640"/>
              <a:ext cx="174600" cy="174600"/>
              <a:chOff x="8332920" y="3212640"/>
              <a:chExt cx="174600" cy="174600"/>
            </a:xfrm>
          </p:grpSpPr>
          <p:sp>
            <p:nvSpPr>
              <p:cNvPr id="172" name="Google Shape;131;p4"/>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fillRef idx="0"/>
              <a:effectRef idx="0"/>
              <a:fontRef idx="minor"/>
            </p:style>
            <p:txBody>
              <a:bodyPr tIns="82800" bIns="82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3" name="Google Shape;132;p4"/>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fillRef idx="0"/>
              <a:effectRef idx="0"/>
              <a:fontRef idx="minor"/>
            </p:style>
            <p:txBody>
              <a:bodyPr tIns="87480" bIns="87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4" name="Google Shape;133;p4"/>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fillRef idx="0"/>
              <a:effectRef idx="0"/>
              <a:fontRef idx="minor"/>
            </p:style>
            <p:txBody>
              <a:bodyPr tIns="46440" bIns="46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5" name="Google Shape;134;p4"/>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cxnSp>
          <p:nvCxnSpPr>
            <p:cNvPr id="176" name="Google Shape;135;p4"/>
            <p:cNvCxnSpPr/>
            <p:nvPr/>
          </p:nvCxnSpPr>
          <p:spPr>
            <a:xfrm>
              <a:off x="723600" y="360"/>
              <a:ext cx="360" cy="2502000"/>
            </a:xfrm>
            <a:prstGeom prst="straightConnector1">
              <a:avLst/>
            </a:prstGeom>
            <a:ln w="9525">
              <a:solidFill>
                <a:srgbClr val="3d3d3d"/>
              </a:solidFill>
              <a:round/>
            </a:ln>
          </p:spPr>
        </p:cxnSp>
        <p:grpSp>
          <p:nvGrpSpPr>
            <p:cNvPr id="177" name="Google Shape;136;p4"/>
            <p:cNvGrpSpPr/>
            <p:nvPr/>
          </p:nvGrpSpPr>
          <p:grpSpPr>
            <a:xfrm>
              <a:off x="433080" y="291960"/>
              <a:ext cx="581400" cy="582120"/>
              <a:chOff x="433080" y="291960"/>
              <a:chExt cx="581400" cy="582120"/>
            </a:xfrm>
          </p:grpSpPr>
          <p:sp>
            <p:nvSpPr>
              <p:cNvPr id="178" name="Google Shape;137;p4"/>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9" name="Google Shape;138;p4"/>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0" name="Google Shape;139;p4"/>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1" name="Google Shape;140;p4"/>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2" name="Google Shape;141;p4"/>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3" name="Google Shape;142;p4"/>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84" name="Google Shape;143;p4"/>
            <p:cNvGrpSpPr/>
            <p:nvPr/>
          </p:nvGrpSpPr>
          <p:grpSpPr>
            <a:xfrm>
              <a:off x="578160" y="1153440"/>
              <a:ext cx="291600" cy="292320"/>
              <a:chOff x="578160" y="1153440"/>
              <a:chExt cx="291600" cy="292320"/>
            </a:xfrm>
          </p:grpSpPr>
          <p:sp>
            <p:nvSpPr>
              <p:cNvPr id="185" name="Google Shape;144;p4"/>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6" name="Google Shape;145;p4"/>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7" name="Google Shape;146;p4"/>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8" name="Google Shape;147;p4"/>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fillRef idx="0"/>
              <a:effectRef idx="0"/>
              <a:fontRef idx="minor"/>
            </p:style>
            <p:txBody>
              <a:bodyPr tIns="83880" bIns="83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89" name="Google Shape;148;p4"/>
            <p:cNvGrpSpPr/>
            <p:nvPr/>
          </p:nvGrpSpPr>
          <p:grpSpPr>
            <a:xfrm>
              <a:off x="636480" y="1779120"/>
              <a:ext cx="174600" cy="174600"/>
              <a:chOff x="636480" y="1779120"/>
              <a:chExt cx="174600" cy="174600"/>
            </a:xfrm>
          </p:grpSpPr>
          <p:sp>
            <p:nvSpPr>
              <p:cNvPr id="190" name="Google Shape;149;p4"/>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fillRef idx="0"/>
              <a:effectRef idx="0"/>
              <a:fontRef idx="minor"/>
            </p:style>
            <p:txBody>
              <a:bodyPr tIns="82800" bIns="82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1" name="Google Shape;150;p4"/>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fillRef idx="0"/>
              <a:effectRef idx="0"/>
              <a:fontRef idx="minor"/>
            </p:style>
            <p:txBody>
              <a:bodyPr tIns="87480" bIns="87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2" name="Google Shape;151;p4"/>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fillRef idx="0"/>
              <a:effectRef idx="0"/>
              <a:fontRef idx="minor"/>
            </p:style>
            <p:txBody>
              <a:bodyPr tIns="46440" bIns="46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3" name="Google Shape;152;p4"/>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94" name="Google Shape;153;p4"/>
            <p:cNvGrpSpPr/>
            <p:nvPr/>
          </p:nvGrpSpPr>
          <p:grpSpPr>
            <a:xfrm>
              <a:off x="432720" y="2003040"/>
              <a:ext cx="174960" cy="26640"/>
              <a:chOff x="432720" y="2003040"/>
              <a:chExt cx="174960" cy="26640"/>
            </a:xfrm>
          </p:grpSpPr>
          <p:sp>
            <p:nvSpPr>
              <p:cNvPr id="195" name="Google Shape;154;p4"/>
              <p:cNvSpPr/>
              <p:nvPr/>
            </p:nvSpPr>
            <p:spPr>
              <a:xfrm>
                <a:off x="432720" y="20030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6" name="Google Shape;155;p4"/>
              <p:cNvSpPr/>
              <p:nvPr/>
            </p:nvSpPr>
            <p:spPr>
              <a:xfrm>
                <a:off x="506880" y="20030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7" name="Google Shape;156;p4"/>
              <p:cNvSpPr/>
              <p:nvPr/>
            </p:nvSpPr>
            <p:spPr>
              <a:xfrm>
                <a:off x="581040" y="20030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98" name="Google Shape;157;p4"/>
            <p:cNvGrpSpPr/>
            <p:nvPr/>
          </p:nvGrpSpPr>
          <p:grpSpPr>
            <a:xfrm>
              <a:off x="788040" y="208440"/>
              <a:ext cx="174600" cy="26640"/>
              <a:chOff x="788040" y="208440"/>
              <a:chExt cx="174600" cy="26640"/>
            </a:xfrm>
          </p:grpSpPr>
          <p:sp>
            <p:nvSpPr>
              <p:cNvPr id="199" name="Google Shape;158;p4"/>
              <p:cNvSpPr/>
              <p:nvPr/>
            </p:nvSpPr>
            <p:spPr>
              <a:xfrm>
                <a:off x="788040" y="2084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0" name="Google Shape;159;p4"/>
              <p:cNvSpPr/>
              <p:nvPr/>
            </p:nvSpPr>
            <p:spPr>
              <a:xfrm>
                <a:off x="862200" y="2084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1" name="Google Shape;160;p4"/>
              <p:cNvSpPr/>
              <p:nvPr/>
            </p:nvSpPr>
            <p:spPr>
              <a:xfrm>
                <a:off x="936000" y="2084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202" name="Google Shape;161;p4"/>
            <p:cNvGrpSpPr/>
            <p:nvPr/>
          </p:nvGrpSpPr>
          <p:grpSpPr>
            <a:xfrm>
              <a:off x="8129520" y="4988880"/>
              <a:ext cx="174600" cy="26640"/>
              <a:chOff x="8129520" y="4988880"/>
              <a:chExt cx="174600" cy="26640"/>
            </a:xfrm>
          </p:grpSpPr>
          <p:sp>
            <p:nvSpPr>
              <p:cNvPr id="203" name="Google Shape;162;p4"/>
              <p:cNvSpPr/>
              <p:nvPr/>
            </p:nvSpPr>
            <p:spPr>
              <a:xfrm>
                <a:off x="8129520" y="498888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4" name="Google Shape;163;p4"/>
              <p:cNvSpPr/>
              <p:nvPr/>
            </p:nvSpPr>
            <p:spPr>
              <a:xfrm>
                <a:off x="8203320" y="498888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5" name="Google Shape;164;p4"/>
              <p:cNvSpPr/>
              <p:nvPr/>
            </p:nvSpPr>
            <p:spPr>
              <a:xfrm>
                <a:off x="8277480" y="498888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206" name="Google Shape;165;p4"/>
            <p:cNvGrpSpPr/>
            <p:nvPr/>
          </p:nvGrpSpPr>
          <p:grpSpPr>
            <a:xfrm>
              <a:off x="8497440" y="3429360"/>
              <a:ext cx="174600" cy="26640"/>
              <a:chOff x="8497440" y="3429360"/>
              <a:chExt cx="174600" cy="26640"/>
            </a:xfrm>
          </p:grpSpPr>
          <p:sp>
            <p:nvSpPr>
              <p:cNvPr id="207" name="Google Shape;166;p4"/>
              <p:cNvSpPr/>
              <p:nvPr/>
            </p:nvSpPr>
            <p:spPr>
              <a:xfrm>
                <a:off x="8497440" y="342936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8" name="Google Shape;167;p4"/>
              <p:cNvSpPr/>
              <p:nvPr/>
            </p:nvSpPr>
            <p:spPr>
              <a:xfrm>
                <a:off x="8571600" y="342936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9" name="Google Shape;168;p4"/>
              <p:cNvSpPr/>
              <p:nvPr/>
            </p:nvSpPr>
            <p:spPr>
              <a:xfrm>
                <a:off x="8645400" y="342936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cxnSp>
          <p:nvCxnSpPr>
            <p:cNvPr id="210" name="Google Shape;169;p4"/>
            <p:cNvCxnSpPr/>
            <p:nvPr/>
          </p:nvCxnSpPr>
          <p:spPr>
            <a:xfrm>
              <a:off x="8407080" y="0"/>
              <a:ext cx="360" cy="2161080"/>
            </a:xfrm>
            <a:prstGeom prst="straightConnector1">
              <a:avLst/>
            </a:prstGeom>
            <a:ln w="9525">
              <a:solidFill>
                <a:srgbClr val="3d3d3d"/>
              </a:solidFill>
              <a:round/>
            </a:ln>
          </p:spPr>
        </p:cxnSp>
        <p:cxnSp>
          <p:nvCxnSpPr>
            <p:cNvPr id="211" name="Google Shape;170;p4"/>
            <p:cNvCxnSpPr/>
            <p:nvPr/>
          </p:nvCxnSpPr>
          <p:spPr>
            <a:xfrm>
              <a:off x="717840" y="2985480"/>
              <a:ext cx="360" cy="2161080"/>
            </a:xfrm>
            <a:prstGeom prst="straightConnector1">
              <a:avLst/>
            </a:prstGeom>
            <a:ln w="9525">
              <a:solidFill>
                <a:srgbClr val="3d3d3d"/>
              </a:solidFill>
              <a:round/>
            </a:ln>
          </p:spPr>
        </p:cxnSp>
        <p:sp>
          <p:nvSpPr>
            <p:cNvPr id="212" name="Google Shape;171;p4"/>
            <p:cNvSpPr/>
            <p:nvPr/>
          </p:nvSpPr>
          <p:spPr>
            <a:xfrm>
              <a:off x="671760" y="4587840"/>
              <a:ext cx="92160" cy="92160"/>
            </a:xfrm>
            <a:prstGeom prst="ellipse">
              <a:avLst/>
            </a:prstGeom>
            <a:solidFill>
              <a:schemeClr val="dk1"/>
            </a:solidFill>
            <a:ln w="9525">
              <a:solidFill>
                <a:srgbClr val="3d3d3d"/>
              </a:solidFill>
              <a:round/>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3" name="Google Shape;172;p4"/>
            <p:cNvSpPr/>
            <p:nvPr/>
          </p:nvSpPr>
          <p:spPr>
            <a:xfrm>
              <a:off x="671760" y="3940200"/>
              <a:ext cx="92160" cy="92160"/>
            </a:xfrm>
            <a:prstGeom prst="ellipse">
              <a:avLst/>
            </a:prstGeom>
            <a:solidFill>
              <a:schemeClr val="dk1"/>
            </a:solidFill>
            <a:ln w="9525">
              <a:solidFill>
                <a:srgbClr val="3d3d3d"/>
              </a:solidFill>
              <a:round/>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4" name="Google Shape;173;p4"/>
            <p:cNvSpPr/>
            <p:nvPr/>
          </p:nvSpPr>
          <p:spPr>
            <a:xfrm>
              <a:off x="8361000" y="1453680"/>
              <a:ext cx="92160" cy="92160"/>
            </a:xfrm>
            <a:prstGeom prst="ellipse">
              <a:avLst/>
            </a:prstGeom>
            <a:solidFill>
              <a:schemeClr val="dk1"/>
            </a:solidFill>
            <a:ln w="9525">
              <a:solidFill>
                <a:srgbClr val="3d3d3d"/>
              </a:solidFill>
              <a:round/>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5" name="Google Shape;174;p4"/>
            <p:cNvSpPr/>
            <p:nvPr/>
          </p:nvSpPr>
          <p:spPr>
            <a:xfrm>
              <a:off x="8361000" y="234720"/>
              <a:ext cx="92160" cy="92160"/>
            </a:xfrm>
            <a:prstGeom prst="ellipse">
              <a:avLst/>
            </a:prstGeom>
            <a:solidFill>
              <a:schemeClr val="dk1"/>
            </a:solidFill>
            <a:ln w="9525">
              <a:solidFill>
                <a:srgbClr val="3d3d3d"/>
              </a:solidFill>
              <a:round/>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21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54"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19" name="Google Shape;1746;p36"/>
          <p:cNvGrpSpPr/>
          <p:nvPr/>
        </p:nvGrpSpPr>
        <p:grpSpPr>
          <a:xfrm>
            <a:off x="150840" y="1506600"/>
            <a:ext cx="4420440" cy="3636360"/>
            <a:chOff x="150840" y="1506600"/>
            <a:chExt cx="4420440" cy="3636360"/>
          </a:xfrm>
        </p:grpSpPr>
        <p:sp>
          <p:nvSpPr>
            <p:cNvPr id="220" name="Google Shape;1747;p36"/>
            <p:cNvSpPr/>
            <p:nvPr/>
          </p:nvSpPr>
          <p:spPr>
            <a:xfrm>
              <a:off x="389880" y="1506600"/>
              <a:ext cx="3972240" cy="3552480"/>
            </a:xfrm>
            <a:custGeom>
              <a:avLst/>
              <a:gdLst>
                <a:gd name="textAreaLeft" fmla="*/ 0 w 3972240"/>
                <a:gd name="textAreaRight" fmla="*/ 3972600 w 3972240"/>
                <a:gd name="textAreaTop" fmla="*/ 0 h 3552480"/>
                <a:gd name="textAreaBottom" fmla="*/ 3552840 h 3552480"/>
              </a:gdLst>
              <a:ahLst/>
              <a:cxnLst/>
              <a:rect l="textAreaLeft" t="textAreaTop" r="textAreaRight" b="textAreaBottom"/>
              <a:pathLst>
                <a:path w="240073" h="204367">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1" name="Google Shape;1748;p36"/>
            <p:cNvSpPr/>
            <p:nvPr/>
          </p:nvSpPr>
          <p:spPr>
            <a:xfrm>
              <a:off x="507600" y="1506600"/>
              <a:ext cx="3815280" cy="3547800"/>
            </a:xfrm>
            <a:custGeom>
              <a:avLst/>
              <a:gdLst>
                <a:gd name="textAreaLeft" fmla="*/ 0 w 3815280"/>
                <a:gd name="textAreaRight" fmla="*/ 3815640 w 3815280"/>
                <a:gd name="textAreaTop" fmla="*/ 0 h 3547800"/>
                <a:gd name="textAreaBottom" fmla="*/ 3548160 h 3547800"/>
              </a:gdLst>
              <a:ahLst/>
              <a:cxnLst/>
              <a:rect l="textAreaLeft" t="textAreaTop" r="textAreaRight" b="textAreaBottom"/>
              <a:pathLst>
                <a:path w="230591" h="204097">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2" name="Google Shape;1749;p36"/>
            <p:cNvSpPr/>
            <p:nvPr/>
          </p:nvSpPr>
          <p:spPr>
            <a:xfrm>
              <a:off x="3913920" y="3573720"/>
              <a:ext cx="587520" cy="1562400"/>
            </a:xfrm>
            <a:custGeom>
              <a:avLst/>
              <a:gdLst>
                <a:gd name="textAreaLeft" fmla="*/ 0 w 587520"/>
                <a:gd name="textAreaRight" fmla="*/ 587880 w 587520"/>
                <a:gd name="textAreaTop" fmla="*/ 0 h 1562400"/>
                <a:gd name="textAreaBottom" fmla="*/ 1562760 h 1562400"/>
              </a:gdLst>
              <a:ahLst/>
              <a:cxnLst/>
              <a:rect l="textAreaLeft" t="textAreaTop" r="textAreaRight" b="textAreaBottom"/>
              <a:pathLst>
                <a:path w="35529" h="89901">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3" name="Google Shape;1750;p36"/>
            <p:cNvSpPr/>
            <p:nvPr/>
          </p:nvSpPr>
          <p:spPr>
            <a:xfrm>
              <a:off x="1820880" y="3048120"/>
              <a:ext cx="1759320" cy="2094480"/>
            </a:xfrm>
            <a:custGeom>
              <a:avLst/>
              <a:gdLst>
                <a:gd name="textAreaLeft" fmla="*/ 0 w 1759320"/>
                <a:gd name="textAreaRight" fmla="*/ 1759680 w 1759320"/>
                <a:gd name="textAreaTop" fmla="*/ 0 h 2094480"/>
                <a:gd name="textAreaBottom" fmla="*/ 2094840 h 2094480"/>
              </a:gdLst>
              <a:ahLst/>
              <a:cxnLst/>
              <a:rect l="textAreaLeft" t="textAreaTop" r="textAreaRight" b="textAreaBottom"/>
              <a:pathLst>
                <a:path w="106343" h="120505">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4" name="Google Shape;1751;p36"/>
            <p:cNvSpPr/>
            <p:nvPr/>
          </p:nvSpPr>
          <p:spPr>
            <a:xfrm>
              <a:off x="1820880" y="3225240"/>
              <a:ext cx="1611360" cy="1917720"/>
            </a:xfrm>
            <a:custGeom>
              <a:avLst/>
              <a:gdLst>
                <a:gd name="textAreaLeft" fmla="*/ 0 w 1611360"/>
                <a:gd name="textAreaRight" fmla="*/ 1611720 w 1611360"/>
                <a:gd name="textAreaTop" fmla="*/ 0 h 1917720"/>
                <a:gd name="textAreaBottom" fmla="*/ 1918080 h 1917720"/>
              </a:gdLst>
              <a:ahLst/>
              <a:cxnLst/>
              <a:rect l="textAreaLeft" t="textAreaTop" r="textAreaRight" b="textAreaBottom"/>
              <a:pathLst>
                <a:path w="97389" h="110331">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5" name="Google Shape;1752;p36"/>
            <p:cNvSpPr/>
            <p:nvPr/>
          </p:nvSpPr>
          <p:spPr>
            <a:xfrm>
              <a:off x="3426480" y="3054600"/>
              <a:ext cx="148320" cy="2081880"/>
            </a:xfrm>
            <a:custGeom>
              <a:avLst/>
              <a:gdLst>
                <a:gd name="textAreaLeft" fmla="*/ 0 w 148320"/>
                <a:gd name="textAreaRight" fmla="*/ 148680 w 148320"/>
                <a:gd name="textAreaTop" fmla="*/ 0 h 2081880"/>
                <a:gd name="textAreaBottom" fmla="*/ 2082240 h 2081880"/>
              </a:gdLst>
              <a:ahLst/>
              <a:cxnLst/>
              <a:rect l="textAreaLeft" t="textAreaTop" r="textAreaRight" b="textAreaBottom"/>
              <a:pathLst>
                <a:path w="8995" h="119773">
                  <a:moveTo>
                    <a:pt x="8995" y="1"/>
                  </a:moveTo>
                  <a:lnTo>
                    <a:pt x="1" y="10134"/>
                  </a:lnTo>
                  <a:lnTo>
                    <a:pt x="1" y="119772"/>
                  </a:lnTo>
                  <a:lnTo>
                    <a:pt x="8995" y="119772"/>
                  </a:lnTo>
                  <a:lnTo>
                    <a:pt x="8995"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6" name="Google Shape;1753;p36"/>
            <p:cNvSpPr/>
            <p:nvPr/>
          </p:nvSpPr>
          <p:spPr>
            <a:xfrm>
              <a:off x="3502440" y="4753440"/>
              <a:ext cx="72360" cy="383040"/>
            </a:xfrm>
            <a:custGeom>
              <a:avLst/>
              <a:gdLst>
                <a:gd name="textAreaLeft" fmla="*/ 0 w 72360"/>
                <a:gd name="textAreaRight" fmla="*/ 72720 w 72360"/>
                <a:gd name="textAreaTop" fmla="*/ 0 h 383040"/>
                <a:gd name="textAreaBottom" fmla="*/ 383400 h 383040"/>
              </a:gdLst>
              <a:ahLst/>
              <a:cxnLst/>
              <a:rect l="textAreaLeft" t="textAreaTop" r="textAreaRight" b="textAreaBottom"/>
              <a:pathLst>
                <a:path w="4396" h="22059">
                  <a:moveTo>
                    <a:pt x="0" y="1"/>
                  </a:moveTo>
                  <a:lnTo>
                    <a:pt x="0" y="22058"/>
                  </a:lnTo>
                  <a:lnTo>
                    <a:pt x="4396" y="22058"/>
                  </a:lnTo>
                  <a:lnTo>
                    <a:pt x="4396" y="1"/>
                  </a:ln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7" name="Google Shape;1754;p36"/>
            <p:cNvSpPr/>
            <p:nvPr/>
          </p:nvSpPr>
          <p:spPr>
            <a:xfrm>
              <a:off x="3497040" y="4747680"/>
              <a:ext cx="83160" cy="395280"/>
            </a:xfrm>
            <a:custGeom>
              <a:avLst/>
              <a:gdLst>
                <a:gd name="textAreaLeft" fmla="*/ 0 w 83160"/>
                <a:gd name="textAreaRight" fmla="*/ 83520 w 83160"/>
                <a:gd name="textAreaTop" fmla="*/ 0 h 395280"/>
                <a:gd name="textAreaBottom" fmla="*/ 395640 h 395280"/>
              </a:gdLst>
              <a:ahLst/>
              <a:cxnLst/>
              <a:rect l="textAreaLeft" t="textAreaTop" r="textAreaRight" b="textAreaBottom"/>
              <a:pathLst>
                <a:path w="5048" h="22751">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8" name="Google Shape;1755;p36"/>
            <p:cNvSpPr/>
            <p:nvPr/>
          </p:nvSpPr>
          <p:spPr>
            <a:xfrm>
              <a:off x="3575160" y="4487400"/>
              <a:ext cx="313560" cy="649080"/>
            </a:xfrm>
            <a:custGeom>
              <a:avLst/>
              <a:gdLst>
                <a:gd name="textAreaLeft" fmla="*/ 0 w 313560"/>
                <a:gd name="textAreaRight" fmla="*/ 313920 w 313560"/>
                <a:gd name="textAreaTop" fmla="*/ 0 h 649080"/>
                <a:gd name="textAreaBottom" fmla="*/ 649440 h 649080"/>
              </a:gdLst>
              <a:ahLst/>
              <a:cxnLst/>
              <a:rect l="textAreaLeft" t="textAreaTop" r="textAreaRight" b="textAreaBottom"/>
              <a:pathLst>
                <a:path w="18966" h="37361">
                  <a:moveTo>
                    <a:pt x="18965" y="0"/>
                  </a:moveTo>
                  <a:lnTo>
                    <a:pt x="1" y="15303"/>
                  </a:lnTo>
                  <a:lnTo>
                    <a:pt x="1" y="37360"/>
                  </a:lnTo>
                  <a:lnTo>
                    <a:pt x="18965" y="37360"/>
                  </a:lnTo>
                  <a:lnTo>
                    <a:pt x="18965" y="0"/>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9" name="Google Shape;1756;p36"/>
            <p:cNvSpPr/>
            <p:nvPr/>
          </p:nvSpPr>
          <p:spPr>
            <a:xfrm>
              <a:off x="3569040" y="4481640"/>
              <a:ext cx="325080" cy="661320"/>
            </a:xfrm>
            <a:custGeom>
              <a:avLst/>
              <a:gdLst>
                <a:gd name="textAreaLeft" fmla="*/ 0 w 325080"/>
                <a:gd name="textAreaRight" fmla="*/ 325440 w 325080"/>
                <a:gd name="textAreaTop" fmla="*/ 0 h 661320"/>
                <a:gd name="textAreaBottom" fmla="*/ 661680 h 661320"/>
              </a:gdLst>
              <a:ahLst/>
              <a:cxnLst/>
              <a:rect l="textAreaLeft" t="textAreaTop" r="textAreaRight" b="textAreaBottom"/>
              <a:pathLst>
                <a:path w="19658" h="38056">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0" name="Google Shape;1757;p36"/>
            <p:cNvSpPr/>
            <p:nvPr/>
          </p:nvSpPr>
          <p:spPr>
            <a:xfrm>
              <a:off x="1045080" y="4753440"/>
              <a:ext cx="72360" cy="383040"/>
            </a:xfrm>
            <a:custGeom>
              <a:avLst/>
              <a:gdLst>
                <a:gd name="textAreaLeft" fmla="*/ 0 w 72360"/>
                <a:gd name="textAreaRight" fmla="*/ 72720 w 72360"/>
                <a:gd name="textAreaTop" fmla="*/ 0 h 383040"/>
                <a:gd name="textAreaBottom" fmla="*/ 383400 h 383040"/>
              </a:gdLst>
              <a:ahLst/>
              <a:cxnLst/>
              <a:rect l="textAreaLeft" t="textAreaTop" r="textAreaRight" b="textAreaBottom"/>
              <a:pathLst>
                <a:path w="4396" h="22059">
                  <a:moveTo>
                    <a:pt x="1" y="1"/>
                  </a:moveTo>
                  <a:lnTo>
                    <a:pt x="1" y="22058"/>
                  </a:lnTo>
                  <a:lnTo>
                    <a:pt x="4396" y="22058"/>
                  </a:lnTo>
                  <a:lnTo>
                    <a:pt x="4396" y="1"/>
                  </a:ln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1" name="Google Shape;1758;p36"/>
            <p:cNvSpPr/>
            <p:nvPr/>
          </p:nvSpPr>
          <p:spPr>
            <a:xfrm>
              <a:off x="1039680" y="4747680"/>
              <a:ext cx="83160" cy="395280"/>
            </a:xfrm>
            <a:custGeom>
              <a:avLst/>
              <a:gdLst>
                <a:gd name="textAreaLeft" fmla="*/ 0 w 83160"/>
                <a:gd name="textAreaRight" fmla="*/ 83520 w 83160"/>
                <a:gd name="textAreaTop" fmla="*/ 0 h 395280"/>
                <a:gd name="textAreaBottom" fmla="*/ 395640 h 395280"/>
              </a:gdLst>
              <a:ahLst/>
              <a:cxnLst/>
              <a:rect l="textAreaLeft" t="textAreaTop" r="textAreaRight" b="textAreaBottom"/>
              <a:pathLst>
                <a:path w="5047" h="22751">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2" name="Google Shape;1759;p36"/>
            <p:cNvSpPr/>
            <p:nvPr/>
          </p:nvSpPr>
          <p:spPr>
            <a:xfrm>
              <a:off x="1117800" y="4487400"/>
              <a:ext cx="313560" cy="649080"/>
            </a:xfrm>
            <a:custGeom>
              <a:avLst/>
              <a:gdLst>
                <a:gd name="textAreaLeft" fmla="*/ 0 w 313560"/>
                <a:gd name="textAreaRight" fmla="*/ 313920 w 313560"/>
                <a:gd name="textAreaTop" fmla="*/ 0 h 649080"/>
                <a:gd name="textAreaBottom" fmla="*/ 649440 h 649080"/>
              </a:gdLst>
              <a:ahLst/>
              <a:cxnLst/>
              <a:rect l="textAreaLeft" t="textAreaTop" r="textAreaRight" b="textAreaBottom"/>
              <a:pathLst>
                <a:path w="18965" h="37361">
                  <a:moveTo>
                    <a:pt x="18965" y="0"/>
                  </a:moveTo>
                  <a:lnTo>
                    <a:pt x="0" y="15303"/>
                  </a:lnTo>
                  <a:lnTo>
                    <a:pt x="0" y="37360"/>
                  </a:lnTo>
                  <a:lnTo>
                    <a:pt x="18965" y="37360"/>
                  </a:lnTo>
                  <a:lnTo>
                    <a:pt x="18965" y="0"/>
                  </a:ln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3" name="Google Shape;1760;p36"/>
            <p:cNvSpPr/>
            <p:nvPr/>
          </p:nvSpPr>
          <p:spPr>
            <a:xfrm>
              <a:off x="1111680" y="4481640"/>
              <a:ext cx="325080" cy="661320"/>
            </a:xfrm>
            <a:custGeom>
              <a:avLst/>
              <a:gdLst>
                <a:gd name="textAreaLeft" fmla="*/ 0 w 325080"/>
                <a:gd name="textAreaRight" fmla="*/ 325440 w 325080"/>
                <a:gd name="textAreaTop" fmla="*/ 0 h 661320"/>
                <a:gd name="textAreaBottom" fmla="*/ 661680 h 661320"/>
              </a:gdLst>
              <a:ahLst/>
              <a:cxnLst/>
              <a:rect l="textAreaLeft" t="textAreaTop" r="textAreaRight" b="textAreaBottom"/>
              <a:pathLst>
                <a:path w="19658" h="38056">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4" name="Google Shape;1761;p36"/>
            <p:cNvSpPr/>
            <p:nvPr/>
          </p:nvSpPr>
          <p:spPr>
            <a:xfrm>
              <a:off x="765720" y="4426560"/>
              <a:ext cx="3354120" cy="394560"/>
            </a:xfrm>
            <a:custGeom>
              <a:avLst/>
              <a:gdLst>
                <a:gd name="textAreaLeft" fmla="*/ 0 w 3354120"/>
                <a:gd name="textAreaRight" fmla="*/ 3354480 w 3354120"/>
                <a:gd name="textAreaTop" fmla="*/ 0 h 394560"/>
                <a:gd name="textAreaBottom" fmla="*/ 394920 h 394560"/>
              </a:gdLst>
              <a:ahLst/>
              <a:cxnLst/>
              <a:rect l="textAreaLeft" t="textAreaTop" r="textAreaRight" b="textAreaBottom"/>
              <a:pathLst>
                <a:path w="202713" h="22710">
                  <a:moveTo>
                    <a:pt x="202713" y="0"/>
                  </a:moveTo>
                  <a:lnTo>
                    <a:pt x="0" y="21285"/>
                  </a:lnTo>
                  <a:lnTo>
                    <a:pt x="82" y="22709"/>
                  </a:lnTo>
                  <a:lnTo>
                    <a:pt x="175039" y="22709"/>
                  </a:lnTo>
                  <a:lnTo>
                    <a:pt x="202713" y="1425"/>
                  </a:lnTo>
                  <a:lnTo>
                    <a:pt x="202713" y="0"/>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5" name="Google Shape;1762;p36"/>
            <p:cNvSpPr/>
            <p:nvPr/>
          </p:nvSpPr>
          <p:spPr>
            <a:xfrm>
              <a:off x="760320" y="4420440"/>
              <a:ext cx="3364920" cy="406080"/>
            </a:xfrm>
            <a:custGeom>
              <a:avLst/>
              <a:gdLst>
                <a:gd name="textAreaLeft" fmla="*/ 0 w 3364920"/>
                <a:gd name="textAreaRight" fmla="*/ 3365280 w 3364920"/>
                <a:gd name="textAreaTop" fmla="*/ 0 h 406080"/>
                <a:gd name="textAreaBottom" fmla="*/ 406440 h 406080"/>
              </a:gdLst>
              <a:ahLst/>
              <a:cxnLst/>
              <a:rect l="textAreaLeft" t="textAreaTop" r="textAreaRight" b="textAreaBottom"/>
              <a:pathLst>
                <a:path w="203365" h="23378">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6" name="Google Shape;1763;p36"/>
            <p:cNvSpPr/>
            <p:nvPr/>
          </p:nvSpPr>
          <p:spPr>
            <a:xfrm>
              <a:off x="766800" y="4426560"/>
              <a:ext cx="3352680" cy="369000"/>
            </a:xfrm>
            <a:custGeom>
              <a:avLst/>
              <a:gdLst>
                <a:gd name="textAreaLeft" fmla="*/ 0 w 3352680"/>
                <a:gd name="textAreaRight" fmla="*/ 3353040 w 3352680"/>
                <a:gd name="textAreaTop" fmla="*/ 0 h 369000"/>
                <a:gd name="textAreaBottom" fmla="*/ 369360 h 369000"/>
              </a:gdLst>
              <a:ahLst/>
              <a:cxnLst/>
              <a:rect l="textAreaLeft" t="textAreaTop" r="textAreaRight" b="textAreaBottom"/>
              <a:pathLst>
                <a:path w="202632" h="21245">
                  <a:moveTo>
                    <a:pt x="44157" y="0"/>
                  </a:moveTo>
                  <a:lnTo>
                    <a:pt x="1" y="21244"/>
                  </a:lnTo>
                  <a:lnTo>
                    <a:pt x="174958" y="21244"/>
                  </a:lnTo>
                  <a:lnTo>
                    <a:pt x="202632" y="0"/>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7" name="Google Shape;1764;p36"/>
            <p:cNvSpPr/>
            <p:nvPr/>
          </p:nvSpPr>
          <p:spPr>
            <a:xfrm>
              <a:off x="761040" y="4420080"/>
              <a:ext cx="3364920" cy="381600"/>
            </a:xfrm>
            <a:custGeom>
              <a:avLst/>
              <a:gdLst>
                <a:gd name="textAreaLeft" fmla="*/ 0 w 3364920"/>
                <a:gd name="textAreaRight" fmla="*/ 3365280 w 3364920"/>
                <a:gd name="textAreaTop" fmla="*/ 0 h 381600"/>
                <a:gd name="textAreaBottom" fmla="*/ 381960 h 381600"/>
              </a:gdLst>
              <a:ahLst/>
              <a:cxnLst/>
              <a:rect l="textAreaLeft" t="textAreaTop" r="textAreaRight" b="textAreaBottom"/>
              <a:pathLst>
                <a:path w="203364" h="21977">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8" name="Google Shape;1765;p36"/>
            <p:cNvSpPr/>
            <p:nvPr/>
          </p:nvSpPr>
          <p:spPr>
            <a:xfrm>
              <a:off x="3186720" y="4584960"/>
              <a:ext cx="500040" cy="148320"/>
            </a:xfrm>
            <a:custGeom>
              <a:avLst/>
              <a:gdLst>
                <a:gd name="textAreaLeft" fmla="*/ 0 w 500040"/>
                <a:gd name="textAreaRight" fmla="*/ 500400 w 500040"/>
                <a:gd name="textAreaTop" fmla="*/ 0 h 148320"/>
                <a:gd name="textAreaBottom" fmla="*/ 148680 h 148320"/>
              </a:gdLst>
              <a:ahLst/>
              <a:cxnLst/>
              <a:rect l="textAreaLeft" t="textAreaTop" r="textAreaRight" b="textAreaBottom"/>
              <a:pathLst>
                <a:path w="30239" h="8548">
                  <a:moveTo>
                    <a:pt x="10704" y="1"/>
                  </a:moveTo>
                  <a:lnTo>
                    <a:pt x="0" y="8547"/>
                  </a:lnTo>
                  <a:lnTo>
                    <a:pt x="18558" y="8547"/>
                  </a:lnTo>
                  <a:lnTo>
                    <a:pt x="30238" y="1"/>
                  </a:lnTo>
                  <a:close/>
                </a:path>
              </a:pathLst>
            </a:custGeom>
            <a:solidFill>
              <a:schemeClr val="accent1"/>
            </a:solidFill>
            <a:ln w="0">
              <a:noFill/>
            </a:ln>
          </p:spPr>
          <p:style>
            <a:lnRef idx="0"/>
            <a:fillRef idx="0"/>
            <a:effectRef idx="0"/>
            <a:fontRef idx="minor"/>
          </p:style>
          <p:txBody>
            <a:bodyPr tIns="74160" bIns="74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9" name="Google Shape;1766;p36"/>
            <p:cNvSpPr/>
            <p:nvPr/>
          </p:nvSpPr>
          <p:spPr>
            <a:xfrm>
              <a:off x="3180600" y="4579200"/>
              <a:ext cx="512280" cy="160200"/>
            </a:xfrm>
            <a:custGeom>
              <a:avLst/>
              <a:gdLst>
                <a:gd name="textAreaLeft" fmla="*/ 0 w 512280"/>
                <a:gd name="textAreaRight" fmla="*/ 512640 w 512280"/>
                <a:gd name="textAreaTop" fmla="*/ 0 h 160200"/>
                <a:gd name="textAreaBottom" fmla="*/ 160560 h 160200"/>
              </a:gdLst>
              <a:ahLst/>
              <a:cxnLst/>
              <a:rect l="textAreaLeft" t="textAreaTop" r="textAreaRight" b="textAreaBottom"/>
              <a:pathLst>
                <a:path w="30971" h="9239">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w="0">
              <a:noFill/>
            </a:ln>
          </p:spPr>
          <p:style>
            <a:lnRef idx="0"/>
            <a:fillRef idx="0"/>
            <a:effectRef idx="0"/>
            <a:fontRef idx="minor"/>
          </p:style>
          <p:txBody>
            <a:bodyPr tIns="80280" bIns="80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0" name="Google Shape;1767;p36"/>
            <p:cNvSpPr/>
            <p:nvPr/>
          </p:nvSpPr>
          <p:spPr>
            <a:xfrm>
              <a:off x="3661920" y="4426560"/>
              <a:ext cx="457560" cy="394560"/>
            </a:xfrm>
            <a:custGeom>
              <a:avLst/>
              <a:gdLst>
                <a:gd name="textAreaLeft" fmla="*/ 0 w 457560"/>
                <a:gd name="textAreaRight" fmla="*/ 457920 w 457560"/>
                <a:gd name="textAreaTop" fmla="*/ 0 h 394560"/>
                <a:gd name="textAreaBottom" fmla="*/ 394920 h 394560"/>
              </a:gdLst>
              <a:ahLst/>
              <a:cxnLst/>
              <a:rect l="textAreaLeft" t="textAreaTop" r="textAreaRight" b="textAreaBottom"/>
              <a:pathLst>
                <a:path w="27675" h="22710">
                  <a:moveTo>
                    <a:pt x="27675" y="0"/>
                  </a:moveTo>
                  <a:lnTo>
                    <a:pt x="1" y="21244"/>
                  </a:lnTo>
                  <a:lnTo>
                    <a:pt x="1" y="22709"/>
                  </a:lnTo>
                  <a:lnTo>
                    <a:pt x="27675" y="1425"/>
                  </a:lnTo>
                  <a:lnTo>
                    <a:pt x="27675" y="0"/>
                  </a:ln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1" name="Google Shape;1768;p36"/>
            <p:cNvSpPr/>
            <p:nvPr/>
          </p:nvSpPr>
          <p:spPr>
            <a:xfrm>
              <a:off x="3656520" y="4420440"/>
              <a:ext cx="468360" cy="406440"/>
            </a:xfrm>
            <a:custGeom>
              <a:avLst/>
              <a:gdLst>
                <a:gd name="textAreaLeft" fmla="*/ 0 w 468360"/>
                <a:gd name="textAreaRight" fmla="*/ 468720 w 468360"/>
                <a:gd name="textAreaTop" fmla="*/ 0 h 406440"/>
                <a:gd name="textAreaBottom" fmla="*/ 406800 h 406440"/>
              </a:gdLst>
              <a:ahLst/>
              <a:cxnLst/>
              <a:rect l="textAreaLeft" t="textAreaTop" r="textAreaRight" b="textAreaBottom"/>
              <a:pathLst>
                <a:path w="28327" h="23391">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2" name="Google Shape;1769;p36"/>
            <p:cNvSpPr/>
            <p:nvPr/>
          </p:nvSpPr>
          <p:spPr>
            <a:xfrm>
              <a:off x="3274920" y="4437000"/>
              <a:ext cx="605160" cy="196920"/>
            </a:xfrm>
            <a:custGeom>
              <a:avLst/>
              <a:gdLst>
                <a:gd name="textAreaLeft" fmla="*/ 0 w 605160"/>
                <a:gd name="textAreaRight" fmla="*/ 605520 w 605160"/>
                <a:gd name="textAreaTop" fmla="*/ 0 h 196920"/>
                <a:gd name="textAreaBottom" fmla="*/ 197280 h 196920"/>
              </a:gdLst>
              <a:ahLst/>
              <a:cxnLst/>
              <a:rect l="textAreaLeft" t="textAreaTop" r="textAreaRight" b="textAreaBottom"/>
              <a:pathLst>
                <a:path w="36588" h="11347">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3" name="Google Shape;1770;p36"/>
            <p:cNvSpPr/>
            <p:nvPr/>
          </p:nvSpPr>
          <p:spPr>
            <a:xfrm>
              <a:off x="3342960" y="4593240"/>
              <a:ext cx="173520" cy="122400"/>
            </a:xfrm>
            <a:custGeom>
              <a:avLst/>
              <a:gdLst>
                <a:gd name="textAreaLeft" fmla="*/ 0 w 173520"/>
                <a:gd name="textAreaRight" fmla="*/ 173880 w 173520"/>
                <a:gd name="textAreaTop" fmla="*/ 0 h 122400"/>
                <a:gd name="textAreaBottom" fmla="*/ 122760 h 122400"/>
              </a:gdLst>
              <a:ahLst/>
              <a:cxnLst/>
              <a:rect l="textAreaLeft" t="textAreaTop" r="textAreaRight" b="textAreaBottom"/>
              <a:pathLst>
                <a:path w="10500" h="7052">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4" name="Google Shape;1771;p36"/>
            <p:cNvSpPr/>
            <p:nvPr/>
          </p:nvSpPr>
          <p:spPr>
            <a:xfrm>
              <a:off x="3442680" y="4614480"/>
              <a:ext cx="47520" cy="82800"/>
            </a:xfrm>
            <a:custGeom>
              <a:avLst/>
              <a:gdLst>
                <a:gd name="textAreaLeft" fmla="*/ 0 w 47520"/>
                <a:gd name="textAreaRight" fmla="*/ 47880 w 47520"/>
                <a:gd name="textAreaTop" fmla="*/ 0 h 82800"/>
                <a:gd name="textAreaBottom" fmla="*/ 83160 h 82800"/>
              </a:gdLst>
              <a:ahLst/>
              <a:cxnLst/>
              <a:rect l="textAreaLeft" t="textAreaTop" r="textAreaRight" b="textAreaBottom"/>
              <a:pathLst>
                <a:path w="2890" h="4779">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w="0">
              <a:noFill/>
            </a:ln>
          </p:spPr>
          <p:style>
            <a:lnRef idx="0"/>
            <a:fillRef idx="0"/>
            <a:effectRef idx="0"/>
            <a:fontRef idx="minor"/>
          </p:style>
          <p:txBody>
            <a:bodyPr tIns="41400" bIns="41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5" name="Google Shape;1772;p36"/>
            <p:cNvSpPr/>
            <p:nvPr/>
          </p:nvSpPr>
          <p:spPr>
            <a:xfrm>
              <a:off x="2013480" y="4534560"/>
              <a:ext cx="1338480" cy="219600"/>
            </a:xfrm>
            <a:custGeom>
              <a:avLst/>
              <a:gdLst>
                <a:gd name="textAreaLeft" fmla="*/ 0 w 1338480"/>
                <a:gd name="textAreaRight" fmla="*/ 1338840 w 1338480"/>
                <a:gd name="textAreaTop" fmla="*/ 0 h 219600"/>
                <a:gd name="textAreaBottom" fmla="*/ 219960 h 219600"/>
              </a:gdLst>
              <a:ahLst/>
              <a:cxnLst/>
              <a:rect l="textAreaLeft" t="textAreaTop" r="textAreaRight" b="textAreaBottom"/>
              <a:pathLst>
                <a:path w="80906" h="12657">
                  <a:moveTo>
                    <a:pt x="15831" y="0"/>
                  </a:moveTo>
                  <a:lnTo>
                    <a:pt x="0" y="12657"/>
                  </a:lnTo>
                  <a:lnTo>
                    <a:pt x="65075" y="12657"/>
                  </a:lnTo>
                  <a:lnTo>
                    <a:pt x="80906" y="0"/>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6" name="Google Shape;1773;p36"/>
            <p:cNvSpPr/>
            <p:nvPr/>
          </p:nvSpPr>
          <p:spPr>
            <a:xfrm>
              <a:off x="2007360" y="4529160"/>
              <a:ext cx="1350720" cy="231120"/>
            </a:xfrm>
            <a:custGeom>
              <a:avLst/>
              <a:gdLst>
                <a:gd name="textAreaLeft" fmla="*/ 0 w 1350720"/>
                <a:gd name="textAreaRight" fmla="*/ 1351080 w 1350720"/>
                <a:gd name="textAreaTop" fmla="*/ 0 h 231120"/>
                <a:gd name="textAreaBottom" fmla="*/ 231480 h 231120"/>
              </a:gdLst>
              <a:ahLst/>
              <a:cxnLst/>
              <a:rect l="textAreaLeft" t="textAreaTop" r="textAreaRight" b="textAreaBottom"/>
              <a:pathLst>
                <a:path w="81640" h="13309">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7" name="Google Shape;1774;p36"/>
            <p:cNvSpPr/>
            <p:nvPr/>
          </p:nvSpPr>
          <p:spPr>
            <a:xfrm>
              <a:off x="3084840" y="4528800"/>
              <a:ext cx="273240" cy="245160"/>
            </a:xfrm>
            <a:custGeom>
              <a:avLst/>
              <a:gdLst>
                <a:gd name="textAreaLeft" fmla="*/ 0 w 273240"/>
                <a:gd name="textAreaRight" fmla="*/ 273600 w 273240"/>
                <a:gd name="textAreaTop" fmla="*/ 0 h 245160"/>
                <a:gd name="textAreaBottom" fmla="*/ 245520 h 245160"/>
              </a:gdLst>
              <a:ahLst/>
              <a:cxnLst/>
              <a:rect l="textAreaLeft" t="textAreaTop" r="textAreaRight" b="textAreaBottom"/>
              <a:pathLst>
                <a:path w="16524" h="14113">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8" name="Google Shape;1775;p36"/>
            <p:cNvSpPr/>
            <p:nvPr/>
          </p:nvSpPr>
          <p:spPr>
            <a:xfrm>
              <a:off x="2013480" y="4754880"/>
              <a:ext cx="1076400" cy="12960"/>
            </a:xfrm>
            <a:custGeom>
              <a:avLst/>
              <a:gdLst>
                <a:gd name="textAreaLeft" fmla="*/ 0 w 1076400"/>
                <a:gd name="textAreaRight" fmla="*/ 1076760 w 1076400"/>
                <a:gd name="textAreaTop" fmla="*/ 0 h 12960"/>
                <a:gd name="textAreaBottom" fmla="*/ 13320 h 12960"/>
              </a:gdLst>
              <a:ahLst/>
              <a:cxnLst/>
              <a:rect l="textAreaLeft" t="textAreaTop" r="textAreaRight" b="textAreaBottom"/>
              <a:pathLst>
                <a:path w="65075" h="775">
                  <a:moveTo>
                    <a:pt x="0" y="1"/>
                  </a:moveTo>
                  <a:lnTo>
                    <a:pt x="0" y="774"/>
                  </a:lnTo>
                  <a:lnTo>
                    <a:pt x="65075" y="774"/>
                  </a:lnTo>
                  <a:lnTo>
                    <a:pt x="65075" y="1"/>
                  </a:lnTo>
                  <a:close/>
                </a:path>
              </a:pathLst>
            </a:custGeom>
            <a:solidFill>
              <a:srgbClr val="ffffff"/>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9" name="Google Shape;1776;p36"/>
            <p:cNvSpPr/>
            <p:nvPr/>
          </p:nvSpPr>
          <p:spPr>
            <a:xfrm>
              <a:off x="2007360" y="4748400"/>
              <a:ext cx="1088640" cy="25920"/>
            </a:xfrm>
            <a:custGeom>
              <a:avLst/>
              <a:gdLst>
                <a:gd name="textAreaLeft" fmla="*/ 0 w 1088640"/>
                <a:gd name="textAreaRight" fmla="*/ 1089000 w 1088640"/>
                <a:gd name="textAreaTop" fmla="*/ 0 h 25920"/>
                <a:gd name="textAreaBottom" fmla="*/ 26280 h 25920"/>
              </a:gdLst>
              <a:ahLst/>
              <a:cxnLst/>
              <a:rect l="textAreaLeft" t="textAreaTop" r="textAreaRight" b="textAreaBottom"/>
              <a:pathLst>
                <a:path w="65809" h="1507">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w="0">
              <a:noFill/>
            </a:ln>
          </p:spPr>
          <p:style>
            <a:lnRef idx="0"/>
            <a:fillRef idx="0"/>
            <a:effectRef idx="0"/>
            <a:fontRef idx="minor"/>
          </p:style>
          <p:txBody>
            <a:bodyPr tIns="12960" bIns="12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0" name="Google Shape;1777;p36"/>
            <p:cNvSpPr/>
            <p:nvPr/>
          </p:nvSpPr>
          <p:spPr>
            <a:xfrm>
              <a:off x="23238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1" name="Google Shape;1778;p36"/>
            <p:cNvSpPr/>
            <p:nvPr/>
          </p:nvSpPr>
          <p:spPr>
            <a:xfrm>
              <a:off x="239544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2" name="Google Shape;1779;p36"/>
            <p:cNvSpPr/>
            <p:nvPr/>
          </p:nvSpPr>
          <p:spPr>
            <a:xfrm>
              <a:off x="225252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3" name="Google Shape;1780;p36"/>
            <p:cNvSpPr/>
            <p:nvPr/>
          </p:nvSpPr>
          <p:spPr>
            <a:xfrm>
              <a:off x="22874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4" name="Google Shape;1781;p36"/>
            <p:cNvSpPr/>
            <p:nvPr/>
          </p:nvSpPr>
          <p:spPr>
            <a:xfrm>
              <a:off x="23932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5" name="Google Shape;1782;p36"/>
            <p:cNvSpPr/>
            <p:nvPr/>
          </p:nvSpPr>
          <p:spPr>
            <a:xfrm>
              <a:off x="23220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6" name="Google Shape;1783;p36"/>
            <p:cNvSpPr/>
            <p:nvPr/>
          </p:nvSpPr>
          <p:spPr>
            <a:xfrm>
              <a:off x="24660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7" name="Google Shape;1784;p36"/>
            <p:cNvSpPr/>
            <p:nvPr/>
          </p:nvSpPr>
          <p:spPr>
            <a:xfrm>
              <a:off x="28216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8" name="Google Shape;1785;p36"/>
            <p:cNvSpPr/>
            <p:nvPr/>
          </p:nvSpPr>
          <p:spPr>
            <a:xfrm>
              <a:off x="24642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9" name="Google Shape;1786;p36"/>
            <p:cNvSpPr/>
            <p:nvPr/>
          </p:nvSpPr>
          <p:spPr>
            <a:xfrm>
              <a:off x="25372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0" name="Google Shape;1787;p36"/>
            <p:cNvSpPr/>
            <p:nvPr/>
          </p:nvSpPr>
          <p:spPr>
            <a:xfrm>
              <a:off x="29638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1" name="Google Shape;1788;p36"/>
            <p:cNvSpPr/>
            <p:nvPr/>
          </p:nvSpPr>
          <p:spPr>
            <a:xfrm>
              <a:off x="299880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2" name="Google Shape;1789;p36"/>
            <p:cNvSpPr/>
            <p:nvPr/>
          </p:nvSpPr>
          <p:spPr>
            <a:xfrm>
              <a:off x="28929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3" name="Google Shape;1790;p36"/>
            <p:cNvSpPr/>
            <p:nvPr/>
          </p:nvSpPr>
          <p:spPr>
            <a:xfrm>
              <a:off x="27507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4" name="Google Shape;1791;p36"/>
            <p:cNvSpPr/>
            <p:nvPr/>
          </p:nvSpPr>
          <p:spPr>
            <a:xfrm>
              <a:off x="26082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5" name="Google Shape;1792;p36"/>
            <p:cNvSpPr/>
            <p:nvPr/>
          </p:nvSpPr>
          <p:spPr>
            <a:xfrm>
              <a:off x="26794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6" name="Google Shape;1793;p36"/>
            <p:cNvSpPr/>
            <p:nvPr/>
          </p:nvSpPr>
          <p:spPr>
            <a:xfrm>
              <a:off x="274896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7" name="Google Shape;1794;p36"/>
            <p:cNvSpPr/>
            <p:nvPr/>
          </p:nvSpPr>
          <p:spPr>
            <a:xfrm>
              <a:off x="285660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8" name="Google Shape;1795;p36"/>
            <p:cNvSpPr/>
            <p:nvPr/>
          </p:nvSpPr>
          <p:spPr>
            <a:xfrm>
              <a:off x="27140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9" name="Google Shape;1796;p36"/>
            <p:cNvSpPr/>
            <p:nvPr/>
          </p:nvSpPr>
          <p:spPr>
            <a:xfrm>
              <a:off x="25718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0" name="Google Shape;1797;p36"/>
            <p:cNvSpPr/>
            <p:nvPr/>
          </p:nvSpPr>
          <p:spPr>
            <a:xfrm>
              <a:off x="27853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1" name="Google Shape;1798;p36"/>
            <p:cNvSpPr/>
            <p:nvPr/>
          </p:nvSpPr>
          <p:spPr>
            <a:xfrm>
              <a:off x="25354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2" name="Google Shape;1799;p36"/>
            <p:cNvSpPr/>
            <p:nvPr/>
          </p:nvSpPr>
          <p:spPr>
            <a:xfrm>
              <a:off x="235836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2" h="2362">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3" name="Google Shape;1800;p36"/>
            <p:cNvSpPr/>
            <p:nvPr/>
          </p:nvSpPr>
          <p:spPr>
            <a:xfrm>
              <a:off x="25009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4" name="Google Shape;1801;p36"/>
            <p:cNvSpPr/>
            <p:nvPr/>
          </p:nvSpPr>
          <p:spPr>
            <a:xfrm>
              <a:off x="24296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5" name="Google Shape;1802;p36"/>
            <p:cNvSpPr/>
            <p:nvPr/>
          </p:nvSpPr>
          <p:spPr>
            <a:xfrm>
              <a:off x="26431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6" name="Google Shape;1803;p36"/>
            <p:cNvSpPr/>
            <p:nvPr/>
          </p:nvSpPr>
          <p:spPr>
            <a:xfrm>
              <a:off x="26776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7" name="Google Shape;1804;p36"/>
            <p:cNvSpPr/>
            <p:nvPr/>
          </p:nvSpPr>
          <p:spPr>
            <a:xfrm>
              <a:off x="30330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8" name="Google Shape;1805;p36"/>
            <p:cNvSpPr/>
            <p:nvPr/>
          </p:nvSpPr>
          <p:spPr>
            <a:xfrm>
              <a:off x="260676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9" name="Google Shape;1806;p36"/>
            <p:cNvSpPr/>
            <p:nvPr/>
          </p:nvSpPr>
          <p:spPr>
            <a:xfrm>
              <a:off x="28908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0" name="Google Shape;1807;p36"/>
            <p:cNvSpPr/>
            <p:nvPr/>
          </p:nvSpPr>
          <p:spPr>
            <a:xfrm>
              <a:off x="296244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1" name="Google Shape;1808;p36"/>
            <p:cNvSpPr/>
            <p:nvPr/>
          </p:nvSpPr>
          <p:spPr>
            <a:xfrm>
              <a:off x="29275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2" name="Google Shape;1809;p36"/>
            <p:cNvSpPr/>
            <p:nvPr/>
          </p:nvSpPr>
          <p:spPr>
            <a:xfrm>
              <a:off x="281952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3" name="Google Shape;1810;p36"/>
            <p:cNvSpPr/>
            <p:nvPr/>
          </p:nvSpPr>
          <p:spPr>
            <a:xfrm>
              <a:off x="264528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4" name="Google Shape;1811;p36"/>
            <p:cNvSpPr/>
            <p:nvPr/>
          </p:nvSpPr>
          <p:spPr>
            <a:xfrm>
              <a:off x="27158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5" name="Google Shape;1812;p36"/>
            <p:cNvSpPr/>
            <p:nvPr/>
          </p:nvSpPr>
          <p:spPr>
            <a:xfrm>
              <a:off x="25736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6" name="Google Shape;1813;p36"/>
            <p:cNvSpPr/>
            <p:nvPr/>
          </p:nvSpPr>
          <p:spPr>
            <a:xfrm>
              <a:off x="27871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7" name="Google Shape;1814;p36"/>
            <p:cNvSpPr/>
            <p:nvPr/>
          </p:nvSpPr>
          <p:spPr>
            <a:xfrm>
              <a:off x="250236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8" name="Google Shape;1815;p36"/>
            <p:cNvSpPr/>
            <p:nvPr/>
          </p:nvSpPr>
          <p:spPr>
            <a:xfrm>
              <a:off x="243180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2" h="2361">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9" name="Google Shape;1816;p36"/>
            <p:cNvSpPr/>
            <p:nvPr/>
          </p:nvSpPr>
          <p:spPr>
            <a:xfrm>
              <a:off x="28580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0" name="Google Shape;1817;p36"/>
            <p:cNvSpPr/>
            <p:nvPr/>
          </p:nvSpPr>
          <p:spPr>
            <a:xfrm>
              <a:off x="2288880" y="468324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3" h="2361">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1" name="Google Shape;1818;p36"/>
            <p:cNvSpPr/>
            <p:nvPr/>
          </p:nvSpPr>
          <p:spPr>
            <a:xfrm>
              <a:off x="236016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2" name="Google Shape;1819;p36"/>
            <p:cNvSpPr/>
            <p:nvPr/>
          </p:nvSpPr>
          <p:spPr>
            <a:xfrm>
              <a:off x="3069360" y="462456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3" h="2362">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3" name="Google Shape;1820;p36"/>
            <p:cNvSpPr/>
            <p:nvPr/>
          </p:nvSpPr>
          <p:spPr>
            <a:xfrm>
              <a:off x="31388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4" name="Google Shape;1821;p36"/>
            <p:cNvSpPr/>
            <p:nvPr/>
          </p:nvSpPr>
          <p:spPr>
            <a:xfrm>
              <a:off x="31042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5" name="Google Shape;1822;p36"/>
            <p:cNvSpPr/>
            <p:nvPr/>
          </p:nvSpPr>
          <p:spPr>
            <a:xfrm>
              <a:off x="22183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6" name="Google Shape;1823;p36"/>
            <p:cNvSpPr/>
            <p:nvPr/>
          </p:nvSpPr>
          <p:spPr>
            <a:xfrm>
              <a:off x="29293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7" name="Google Shape;1824;p36"/>
            <p:cNvSpPr/>
            <p:nvPr/>
          </p:nvSpPr>
          <p:spPr>
            <a:xfrm>
              <a:off x="300060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8" name="Google Shape;1825;p36"/>
            <p:cNvSpPr/>
            <p:nvPr/>
          </p:nvSpPr>
          <p:spPr>
            <a:xfrm>
              <a:off x="30351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9" name="Google Shape;1826;p36"/>
            <p:cNvSpPr/>
            <p:nvPr/>
          </p:nvSpPr>
          <p:spPr>
            <a:xfrm>
              <a:off x="221616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0" name="Google Shape;1827;p36"/>
            <p:cNvSpPr/>
            <p:nvPr/>
          </p:nvSpPr>
          <p:spPr>
            <a:xfrm>
              <a:off x="271260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1" name="Google Shape;1828;p36"/>
            <p:cNvSpPr/>
            <p:nvPr/>
          </p:nvSpPr>
          <p:spPr>
            <a:xfrm>
              <a:off x="27831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2" name="Google Shape;1829;p36"/>
            <p:cNvSpPr/>
            <p:nvPr/>
          </p:nvSpPr>
          <p:spPr>
            <a:xfrm>
              <a:off x="26409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3" name="Google Shape;1830;p36"/>
            <p:cNvSpPr/>
            <p:nvPr/>
          </p:nvSpPr>
          <p:spPr>
            <a:xfrm>
              <a:off x="28544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4" name="Google Shape;1831;p36"/>
            <p:cNvSpPr/>
            <p:nvPr/>
          </p:nvSpPr>
          <p:spPr>
            <a:xfrm>
              <a:off x="29966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5" name="Google Shape;1832;p36"/>
            <p:cNvSpPr/>
            <p:nvPr/>
          </p:nvSpPr>
          <p:spPr>
            <a:xfrm>
              <a:off x="29253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6" name="Google Shape;1833;p36"/>
            <p:cNvSpPr/>
            <p:nvPr/>
          </p:nvSpPr>
          <p:spPr>
            <a:xfrm>
              <a:off x="256968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7" name="Google Shape;1834;p36"/>
            <p:cNvSpPr/>
            <p:nvPr/>
          </p:nvSpPr>
          <p:spPr>
            <a:xfrm>
              <a:off x="21819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8" name="Google Shape;1835;p36"/>
            <p:cNvSpPr/>
            <p:nvPr/>
          </p:nvSpPr>
          <p:spPr>
            <a:xfrm>
              <a:off x="2250720" y="4594680"/>
              <a:ext cx="118080" cy="41400"/>
            </a:xfrm>
            <a:custGeom>
              <a:avLst/>
              <a:gdLst>
                <a:gd name="textAreaLeft" fmla="*/ 0 w 118080"/>
                <a:gd name="textAreaRight" fmla="*/ 118440 w 118080"/>
                <a:gd name="textAreaTop" fmla="*/ 0 h 41400"/>
                <a:gd name="textAreaBottom" fmla="*/ 41760 h 41400"/>
              </a:gdLst>
              <a:ahLst/>
              <a:cxnLst/>
              <a:rect l="textAreaLeft" t="textAreaTop" r="textAreaRight" b="textAreaBottom"/>
              <a:pathLst>
                <a:path w="7164" h="2402">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9" name="Google Shape;1836;p36"/>
            <p:cNvSpPr/>
            <p:nvPr/>
          </p:nvSpPr>
          <p:spPr>
            <a:xfrm>
              <a:off x="306792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0" name="Google Shape;1837;p36"/>
            <p:cNvSpPr/>
            <p:nvPr/>
          </p:nvSpPr>
          <p:spPr>
            <a:xfrm>
              <a:off x="214668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1" name="Google Shape;1838;p36"/>
            <p:cNvSpPr/>
            <p:nvPr/>
          </p:nvSpPr>
          <p:spPr>
            <a:xfrm>
              <a:off x="22856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2" name="Google Shape;1839;p36"/>
            <p:cNvSpPr/>
            <p:nvPr/>
          </p:nvSpPr>
          <p:spPr>
            <a:xfrm>
              <a:off x="242748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3" name="Google Shape;1840;p36"/>
            <p:cNvSpPr/>
            <p:nvPr/>
          </p:nvSpPr>
          <p:spPr>
            <a:xfrm>
              <a:off x="2356200" y="456588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4" h="2362">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4" name="Google Shape;1841;p36"/>
            <p:cNvSpPr/>
            <p:nvPr/>
          </p:nvSpPr>
          <p:spPr>
            <a:xfrm>
              <a:off x="249912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5" name="Google Shape;1842;p36"/>
            <p:cNvSpPr/>
            <p:nvPr/>
          </p:nvSpPr>
          <p:spPr>
            <a:xfrm>
              <a:off x="3011400" y="445536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6" name="Google Shape;1843;p36"/>
            <p:cNvSpPr/>
            <p:nvPr/>
          </p:nvSpPr>
          <p:spPr>
            <a:xfrm>
              <a:off x="3008160" y="4449960"/>
              <a:ext cx="441360" cy="61920"/>
            </a:xfrm>
            <a:custGeom>
              <a:avLst/>
              <a:gdLst>
                <a:gd name="textAreaLeft" fmla="*/ 0 w 441360"/>
                <a:gd name="textAreaRight" fmla="*/ 441720 w 441360"/>
                <a:gd name="textAreaTop" fmla="*/ 0 h 61920"/>
                <a:gd name="textAreaBottom" fmla="*/ 62280 h 61920"/>
              </a:gdLst>
              <a:ahLst/>
              <a:cxnLst/>
              <a:rect l="textAreaLeft" t="textAreaTop" r="textAreaRight" b="textAreaBottom"/>
              <a:pathLst>
                <a:path w="26698" h="3582">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7" name="Google Shape;1844;p36"/>
            <p:cNvSpPr/>
            <p:nvPr/>
          </p:nvSpPr>
          <p:spPr>
            <a:xfrm>
              <a:off x="3213720" y="4212000"/>
              <a:ext cx="67680" cy="272880"/>
            </a:xfrm>
            <a:custGeom>
              <a:avLst/>
              <a:gdLst>
                <a:gd name="textAreaLeft" fmla="*/ 0 w 67680"/>
                <a:gd name="textAreaRight" fmla="*/ 68040 w 67680"/>
                <a:gd name="textAreaTop" fmla="*/ 0 h 272880"/>
                <a:gd name="textAreaBottom" fmla="*/ 273240 h 272880"/>
              </a:gdLst>
              <a:ahLst/>
              <a:cxnLst/>
              <a:rect l="textAreaLeft" t="textAreaTop" r="textAreaRight" b="textAreaBottom"/>
              <a:pathLst>
                <a:path w="4111" h="15710">
                  <a:moveTo>
                    <a:pt x="0" y="0"/>
                  </a:moveTo>
                  <a:lnTo>
                    <a:pt x="0" y="15709"/>
                  </a:lnTo>
                  <a:lnTo>
                    <a:pt x="4111" y="15709"/>
                  </a:lnTo>
                  <a:lnTo>
                    <a:pt x="4111" y="0"/>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18" name="Google Shape;1845;p36"/>
            <p:cNvSpPr/>
            <p:nvPr/>
          </p:nvSpPr>
          <p:spPr>
            <a:xfrm>
              <a:off x="3208320" y="420552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3" h="16402">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9" name="Google Shape;1846;p36"/>
            <p:cNvSpPr/>
            <p:nvPr/>
          </p:nvSpPr>
          <p:spPr>
            <a:xfrm>
              <a:off x="3202920" y="4212000"/>
              <a:ext cx="89280" cy="197640"/>
            </a:xfrm>
            <a:custGeom>
              <a:avLst/>
              <a:gdLst>
                <a:gd name="textAreaLeft" fmla="*/ 0 w 89280"/>
                <a:gd name="textAreaRight" fmla="*/ 89640 w 89280"/>
                <a:gd name="textAreaTop" fmla="*/ 0 h 197640"/>
                <a:gd name="textAreaBottom" fmla="*/ 198000 h 197640"/>
              </a:gdLst>
              <a:ahLst/>
              <a:cxnLst/>
              <a:rect l="textAreaLeft" t="textAreaTop" r="textAreaRight" b="textAreaBottom"/>
              <a:pathLst>
                <a:path w="5413" h="11396">
                  <a:moveTo>
                    <a:pt x="0" y="0"/>
                  </a:moveTo>
                  <a:lnTo>
                    <a:pt x="0" y="11395"/>
                  </a:lnTo>
                  <a:lnTo>
                    <a:pt x="5413" y="11395"/>
                  </a:lnTo>
                  <a:lnTo>
                    <a:pt x="5413" y="0"/>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0" name="Google Shape;1847;p36"/>
            <p:cNvSpPr/>
            <p:nvPr/>
          </p:nvSpPr>
          <p:spPr>
            <a:xfrm>
              <a:off x="3197520" y="4205520"/>
              <a:ext cx="100800" cy="209880"/>
            </a:xfrm>
            <a:custGeom>
              <a:avLst/>
              <a:gdLst>
                <a:gd name="textAreaLeft" fmla="*/ 0 w 100800"/>
                <a:gd name="textAreaRight" fmla="*/ 101160 w 100800"/>
                <a:gd name="textAreaTop" fmla="*/ 0 h 209880"/>
                <a:gd name="textAreaBottom" fmla="*/ 210240 h 209880"/>
              </a:gdLst>
              <a:ahLst/>
              <a:cxnLst/>
              <a:rect l="textAreaLeft" t="textAreaTop" r="textAreaRight" b="textAreaBottom"/>
              <a:pathLst>
                <a:path w="6106" h="12088">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1" name="Google Shape;1848;p36"/>
            <p:cNvSpPr/>
            <p:nvPr/>
          </p:nvSpPr>
          <p:spPr>
            <a:xfrm>
              <a:off x="2698920" y="330300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6">
                  <a:moveTo>
                    <a:pt x="1" y="0"/>
                  </a:moveTo>
                  <a:lnTo>
                    <a:pt x="1" y="53436"/>
                  </a:lnTo>
                  <a:lnTo>
                    <a:pt x="68290" y="53436"/>
                  </a:lnTo>
                  <a:lnTo>
                    <a:pt x="68290" y="0"/>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2" name="Google Shape;1849;p36"/>
            <p:cNvSpPr/>
            <p:nvPr/>
          </p:nvSpPr>
          <p:spPr>
            <a:xfrm>
              <a:off x="2693160" y="3297240"/>
              <a:ext cx="1141200" cy="939960"/>
            </a:xfrm>
            <a:custGeom>
              <a:avLst/>
              <a:gdLst>
                <a:gd name="textAreaLeft" fmla="*/ 0 w 1141200"/>
                <a:gd name="textAreaRight" fmla="*/ 1141560 w 1141200"/>
                <a:gd name="textAreaTop" fmla="*/ 0 h 939960"/>
                <a:gd name="textAreaBottom" fmla="*/ 940320 h 939960"/>
              </a:gdLst>
              <a:ahLst/>
              <a:cxnLst/>
              <a:rect l="textAreaLeft" t="textAreaTop" r="textAreaRight" b="textAreaBottom"/>
              <a:pathLst>
                <a:path w="68982" h="54088">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3" name="Google Shape;1850;p36"/>
            <p:cNvSpPr/>
            <p:nvPr/>
          </p:nvSpPr>
          <p:spPr>
            <a:xfrm>
              <a:off x="2759040" y="3352320"/>
              <a:ext cx="1009080" cy="829440"/>
            </a:xfrm>
            <a:custGeom>
              <a:avLst/>
              <a:gdLst>
                <a:gd name="textAreaLeft" fmla="*/ 0 w 1009080"/>
                <a:gd name="textAreaRight" fmla="*/ 1009440 w 1009080"/>
                <a:gd name="textAreaTop" fmla="*/ 0 h 829440"/>
                <a:gd name="textAreaBottom" fmla="*/ 829800 h 829440"/>
              </a:gdLst>
              <a:ahLst/>
              <a:cxnLst/>
              <a:rect l="textAreaLeft" t="textAreaTop" r="textAreaRight" b="textAreaBottom"/>
              <a:pathLst>
                <a:path w="61006" h="47738">
                  <a:moveTo>
                    <a:pt x="1" y="0"/>
                  </a:moveTo>
                  <a:lnTo>
                    <a:pt x="1" y="47738"/>
                  </a:lnTo>
                  <a:lnTo>
                    <a:pt x="61006" y="47738"/>
                  </a:lnTo>
                  <a:lnTo>
                    <a:pt x="61006" y="0"/>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4" name="Google Shape;1851;p36"/>
            <p:cNvSpPr/>
            <p:nvPr/>
          </p:nvSpPr>
          <p:spPr>
            <a:xfrm>
              <a:off x="2753640" y="3346920"/>
              <a:ext cx="1019880" cy="840960"/>
            </a:xfrm>
            <a:custGeom>
              <a:avLst/>
              <a:gdLst>
                <a:gd name="textAreaLeft" fmla="*/ 0 w 1019880"/>
                <a:gd name="textAreaRight" fmla="*/ 1020240 w 1019880"/>
                <a:gd name="textAreaTop" fmla="*/ 0 h 840960"/>
                <a:gd name="textAreaBottom" fmla="*/ 841320 h 840960"/>
              </a:gdLst>
              <a:ahLst/>
              <a:cxnLst/>
              <a:rect l="textAreaLeft" t="textAreaTop" r="textAreaRight" b="textAreaBottom"/>
              <a:pathLst>
                <a:path w="61657" h="4839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5" name="Google Shape;1852;p36"/>
            <p:cNvSpPr/>
            <p:nvPr/>
          </p:nvSpPr>
          <p:spPr>
            <a:xfrm>
              <a:off x="282312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6" h="13431">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6" name="Google Shape;1853;p36"/>
            <p:cNvSpPr/>
            <p:nvPr/>
          </p:nvSpPr>
          <p:spPr>
            <a:xfrm>
              <a:off x="2823120" y="3645360"/>
              <a:ext cx="353160" cy="232560"/>
            </a:xfrm>
            <a:custGeom>
              <a:avLst/>
              <a:gdLst>
                <a:gd name="textAreaLeft" fmla="*/ 0 w 353160"/>
                <a:gd name="textAreaRight" fmla="*/ 353520 w 353160"/>
                <a:gd name="textAreaTop" fmla="*/ 0 h 232560"/>
                <a:gd name="textAreaBottom" fmla="*/ 232920 h 232560"/>
              </a:gdLst>
              <a:ahLst/>
              <a:cxnLst/>
              <a:rect l="textAreaLeft" t="textAreaTop" r="textAreaRight" b="textAreaBottom"/>
              <a:pathLst>
                <a:path w="21366" h="13391">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7" name="Google Shape;1854;p36"/>
            <p:cNvSpPr/>
            <p:nvPr/>
          </p:nvSpPr>
          <p:spPr>
            <a:xfrm>
              <a:off x="2823120" y="39006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6" h="13431">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8" name="Google Shape;1855;p36"/>
            <p:cNvSpPr/>
            <p:nvPr/>
          </p:nvSpPr>
          <p:spPr>
            <a:xfrm>
              <a:off x="322236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9" name="Google Shape;1856;p36"/>
            <p:cNvSpPr/>
            <p:nvPr/>
          </p:nvSpPr>
          <p:spPr>
            <a:xfrm>
              <a:off x="3222360" y="365112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0" name="Google Shape;1857;p36"/>
            <p:cNvSpPr/>
            <p:nvPr/>
          </p:nvSpPr>
          <p:spPr>
            <a:xfrm>
              <a:off x="2448360" y="310140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1" name="Google Shape;1858;p36"/>
            <p:cNvSpPr/>
            <p:nvPr/>
          </p:nvSpPr>
          <p:spPr>
            <a:xfrm>
              <a:off x="2445120" y="3095640"/>
              <a:ext cx="442080" cy="61920"/>
            </a:xfrm>
            <a:custGeom>
              <a:avLst/>
              <a:gdLst>
                <a:gd name="textAreaLeft" fmla="*/ 0 w 442080"/>
                <a:gd name="textAreaRight" fmla="*/ 442440 w 442080"/>
                <a:gd name="textAreaTop" fmla="*/ 0 h 61920"/>
                <a:gd name="textAreaBottom" fmla="*/ 62280 h 61920"/>
              </a:gdLst>
              <a:ahLst/>
              <a:cxnLst/>
              <a:rect l="textAreaLeft" t="textAreaTop" r="textAreaRight" b="textAreaBottom"/>
              <a:pathLst>
                <a:path w="26739" h="3583">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2" name="Google Shape;1859;p36"/>
            <p:cNvSpPr/>
            <p:nvPr/>
          </p:nvSpPr>
          <p:spPr>
            <a:xfrm>
              <a:off x="2650680" y="2857680"/>
              <a:ext cx="68400" cy="272880"/>
            </a:xfrm>
            <a:custGeom>
              <a:avLst/>
              <a:gdLst>
                <a:gd name="textAreaLeft" fmla="*/ 0 w 68400"/>
                <a:gd name="textAreaRight" fmla="*/ 68760 w 68400"/>
                <a:gd name="textAreaTop" fmla="*/ 0 h 272880"/>
                <a:gd name="textAreaBottom" fmla="*/ 273240 h 272880"/>
              </a:gdLst>
              <a:ahLst/>
              <a:cxnLst/>
              <a:rect l="textAreaLeft" t="textAreaTop" r="textAreaRight" b="textAreaBottom"/>
              <a:pathLst>
                <a:path w="4152" h="15710">
                  <a:moveTo>
                    <a:pt x="1" y="1"/>
                  </a:moveTo>
                  <a:lnTo>
                    <a:pt x="1" y="15710"/>
                  </a:lnTo>
                  <a:lnTo>
                    <a:pt x="4152" y="15710"/>
                  </a:lnTo>
                  <a:lnTo>
                    <a:pt x="4152" y="1"/>
                  </a:lnTo>
                  <a:close/>
                </a:path>
              </a:pathLst>
            </a:custGeom>
            <a:solidFill>
              <a:schemeClr val="lt1"/>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3" name="Google Shape;1860;p36"/>
            <p:cNvSpPr/>
            <p:nvPr/>
          </p:nvSpPr>
          <p:spPr>
            <a:xfrm>
              <a:off x="2645280" y="285156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4" h="16402">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4" name="Google Shape;1861;p36"/>
            <p:cNvSpPr/>
            <p:nvPr/>
          </p:nvSpPr>
          <p:spPr>
            <a:xfrm>
              <a:off x="2639880" y="2857680"/>
              <a:ext cx="90000" cy="197640"/>
            </a:xfrm>
            <a:custGeom>
              <a:avLst/>
              <a:gdLst>
                <a:gd name="textAreaLeft" fmla="*/ 0 w 90000"/>
                <a:gd name="textAreaRight" fmla="*/ 90360 w 90000"/>
                <a:gd name="textAreaTop" fmla="*/ 0 h 197640"/>
                <a:gd name="textAreaBottom" fmla="*/ 198000 h 197640"/>
              </a:gdLst>
              <a:ahLst/>
              <a:cxnLst/>
              <a:rect l="textAreaLeft" t="textAreaTop" r="textAreaRight" b="textAreaBottom"/>
              <a:pathLst>
                <a:path w="5454" h="11396">
                  <a:moveTo>
                    <a:pt x="0" y="1"/>
                  </a:moveTo>
                  <a:lnTo>
                    <a:pt x="0" y="11396"/>
                  </a:lnTo>
                  <a:lnTo>
                    <a:pt x="5454" y="11396"/>
                  </a:lnTo>
                  <a:lnTo>
                    <a:pt x="5454"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5" name="Google Shape;1862;p36"/>
            <p:cNvSpPr/>
            <p:nvPr/>
          </p:nvSpPr>
          <p:spPr>
            <a:xfrm>
              <a:off x="2634480" y="2851560"/>
              <a:ext cx="100800" cy="210600"/>
            </a:xfrm>
            <a:custGeom>
              <a:avLst/>
              <a:gdLst>
                <a:gd name="textAreaLeft" fmla="*/ 0 w 100800"/>
                <a:gd name="textAreaRight" fmla="*/ 101160 w 100800"/>
                <a:gd name="textAreaTop" fmla="*/ 0 h 210600"/>
                <a:gd name="textAreaBottom" fmla="*/ 210960 h 210600"/>
              </a:gdLst>
              <a:ahLst/>
              <a:cxnLst/>
              <a:rect l="textAreaLeft" t="textAreaTop" r="textAreaRight" b="textAreaBottom"/>
              <a:pathLst>
                <a:path w="6106" h="12129">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6" name="Google Shape;1863;p36"/>
            <p:cNvSpPr/>
            <p:nvPr/>
          </p:nvSpPr>
          <p:spPr>
            <a:xfrm>
              <a:off x="2135880" y="194868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7">
                  <a:moveTo>
                    <a:pt x="1" y="1"/>
                  </a:moveTo>
                  <a:lnTo>
                    <a:pt x="1" y="53436"/>
                  </a:lnTo>
                  <a:lnTo>
                    <a:pt x="68291" y="53436"/>
                  </a:lnTo>
                  <a:lnTo>
                    <a:pt x="68291" y="1"/>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7" name="Google Shape;1864;p36"/>
            <p:cNvSpPr/>
            <p:nvPr/>
          </p:nvSpPr>
          <p:spPr>
            <a:xfrm>
              <a:off x="2130840" y="1942920"/>
              <a:ext cx="1140480" cy="939960"/>
            </a:xfrm>
            <a:custGeom>
              <a:avLst/>
              <a:gdLst>
                <a:gd name="textAreaLeft" fmla="*/ 0 w 1140480"/>
                <a:gd name="textAreaRight" fmla="*/ 1140840 w 1140480"/>
                <a:gd name="textAreaTop" fmla="*/ 0 h 939960"/>
                <a:gd name="textAreaBottom" fmla="*/ 940320 h 939960"/>
              </a:gdLst>
              <a:ahLst/>
              <a:cxnLst/>
              <a:rect l="textAreaLeft" t="textAreaTop" r="textAreaRight" b="textAreaBottom"/>
              <a:pathLst>
                <a:path w="68942" h="54087">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8" name="Google Shape;1865;p36"/>
            <p:cNvSpPr/>
            <p:nvPr/>
          </p:nvSpPr>
          <p:spPr>
            <a:xfrm>
              <a:off x="2196720" y="1998360"/>
              <a:ext cx="1008360" cy="829440"/>
            </a:xfrm>
            <a:custGeom>
              <a:avLst/>
              <a:gdLst>
                <a:gd name="textAreaLeft" fmla="*/ 0 w 1008360"/>
                <a:gd name="textAreaRight" fmla="*/ 1008720 w 1008360"/>
                <a:gd name="textAreaTop" fmla="*/ 0 h 829440"/>
                <a:gd name="textAreaBottom" fmla="*/ 829800 h 829440"/>
              </a:gdLst>
              <a:ahLst/>
              <a:cxnLst/>
              <a:rect l="textAreaLeft" t="textAreaTop" r="textAreaRight" b="textAreaBottom"/>
              <a:pathLst>
                <a:path w="60965" h="47739">
                  <a:moveTo>
                    <a:pt x="1" y="1"/>
                  </a:moveTo>
                  <a:lnTo>
                    <a:pt x="1" y="47738"/>
                  </a:lnTo>
                  <a:lnTo>
                    <a:pt x="60965" y="47738"/>
                  </a:lnTo>
                  <a:lnTo>
                    <a:pt x="60965" y="1"/>
                  </a:ln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9" name="Google Shape;1866;p36"/>
            <p:cNvSpPr/>
            <p:nvPr/>
          </p:nvSpPr>
          <p:spPr>
            <a:xfrm>
              <a:off x="2190600" y="1992600"/>
              <a:ext cx="1020600" cy="840960"/>
            </a:xfrm>
            <a:custGeom>
              <a:avLst/>
              <a:gdLst>
                <a:gd name="textAreaLeft" fmla="*/ 0 w 1020600"/>
                <a:gd name="textAreaRight" fmla="*/ 1020960 w 1020600"/>
                <a:gd name="textAreaTop" fmla="*/ 0 h 840960"/>
                <a:gd name="textAreaBottom" fmla="*/ 841320 h 840960"/>
              </a:gdLst>
              <a:ahLst/>
              <a:cxnLst/>
              <a:rect l="textAreaLeft" t="textAreaTop" r="textAreaRight" b="textAreaBottom"/>
              <a:pathLst>
                <a:path w="61698" h="4839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0" name="Google Shape;1867;p36"/>
            <p:cNvSpPr/>
            <p:nvPr/>
          </p:nvSpPr>
          <p:spPr>
            <a:xfrm>
              <a:off x="2270160" y="2085120"/>
              <a:ext cx="421920" cy="203400"/>
            </a:xfrm>
            <a:custGeom>
              <a:avLst/>
              <a:gdLst>
                <a:gd name="textAreaLeft" fmla="*/ 0 w 421920"/>
                <a:gd name="textAreaRight" fmla="*/ 422280 w 421920"/>
                <a:gd name="textAreaTop" fmla="*/ 0 h 203400"/>
                <a:gd name="textAreaBottom" fmla="*/ 203760 h 203400"/>
              </a:gdLst>
              <a:ahLst/>
              <a:cxnLst/>
              <a:rect l="textAreaLeft" t="textAreaTop" r="textAreaRight" b="textAreaBottom"/>
              <a:pathLst>
                <a:path w="25518" h="11722">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1" name="Google Shape;1868;p36"/>
            <p:cNvSpPr/>
            <p:nvPr/>
          </p:nvSpPr>
          <p:spPr>
            <a:xfrm>
              <a:off x="2328840" y="241056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w="0">
              <a:noFill/>
            </a:ln>
          </p:spPr>
          <p:style>
            <a:lnRef idx="0"/>
            <a:fillRef idx="0"/>
            <a:effectRef idx="0"/>
            <a:fontRef idx="minor"/>
          </p:style>
          <p:txBody>
            <a:bodyPr tIns="40320" bIns="40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2" name="Google Shape;1869;p36"/>
            <p:cNvSpPr/>
            <p:nvPr/>
          </p:nvSpPr>
          <p:spPr>
            <a:xfrm>
              <a:off x="2328840" y="248076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w="0">
              <a:noFill/>
            </a:ln>
          </p:spPr>
          <p:style>
            <a:lnRef idx="0"/>
            <a:fillRef idx="0"/>
            <a:effectRef idx="0"/>
            <a:fontRef idx="minor"/>
          </p:style>
          <p:txBody>
            <a:bodyPr tIns="40320" bIns="40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3" name="Google Shape;1870;p36"/>
            <p:cNvSpPr/>
            <p:nvPr/>
          </p:nvSpPr>
          <p:spPr>
            <a:xfrm>
              <a:off x="2328840" y="2638440"/>
              <a:ext cx="693360" cy="79560"/>
            </a:xfrm>
            <a:custGeom>
              <a:avLst/>
              <a:gdLst>
                <a:gd name="textAreaLeft" fmla="*/ 0 w 693360"/>
                <a:gd name="textAreaRight" fmla="*/ 693720 w 693360"/>
                <a:gd name="textAreaTop" fmla="*/ 0 h 79560"/>
                <a:gd name="textAreaBottom" fmla="*/ 79920 h 79560"/>
              </a:gdLst>
              <a:ahLst/>
              <a:cxnLst/>
              <a:rect l="textAreaLeft" t="textAreaTop" r="textAreaRight" b="textAreaBottom"/>
              <a:pathLst>
                <a:path w="41919" h="460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w="0">
              <a:noFill/>
            </a:ln>
          </p:spPr>
          <p:style>
            <a:lnRef idx="0"/>
            <a:fillRef idx="0"/>
            <a:effectRef idx="0"/>
            <a:fontRef idx="minor"/>
          </p:style>
          <p:txBody>
            <a:bodyPr tIns="39960" bIns="39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4" name="Google Shape;1871;p36"/>
            <p:cNvSpPr/>
            <p:nvPr/>
          </p:nvSpPr>
          <p:spPr>
            <a:xfrm>
              <a:off x="2328840" y="256788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1">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w="0">
              <a:noFill/>
            </a:ln>
          </p:spPr>
          <p:style>
            <a:lnRef idx="0"/>
            <a:fillRef idx="0"/>
            <a:effectRef idx="0"/>
            <a:fontRef idx="minor"/>
          </p:style>
          <p:txBody>
            <a:bodyPr tIns="40320" bIns="40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5" name="Google Shape;1872;p36"/>
            <p:cNvSpPr/>
            <p:nvPr/>
          </p:nvSpPr>
          <p:spPr>
            <a:xfrm>
              <a:off x="3033720" y="236952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7" h="3908">
                  <a:moveTo>
                    <a:pt x="0" y="1"/>
                  </a:moveTo>
                  <a:lnTo>
                    <a:pt x="0" y="3908"/>
                  </a:lnTo>
                  <a:lnTo>
                    <a:pt x="3866" y="3908"/>
                  </a:lnTo>
                  <a:lnTo>
                    <a:pt x="3866" y="1"/>
                  </a:lnTo>
                  <a:close/>
                </a:path>
              </a:pathLst>
            </a:custGeom>
            <a:solidFill>
              <a:schemeClr val="accent1"/>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6" name="Google Shape;1873;p36"/>
            <p:cNvSpPr/>
            <p:nvPr/>
          </p:nvSpPr>
          <p:spPr>
            <a:xfrm>
              <a:off x="3033720" y="245304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7" h="3868">
                  <a:moveTo>
                    <a:pt x="0" y="1"/>
                  </a:moveTo>
                  <a:lnTo>
                    <a:pt x="0" y="3867"/>
                  </a:lnTo>
                  <a:lnTo>
                    <a:pt x="3866" y="3867"/>
                  </a:lnTo>
                  <a:lnTo>
                    <a:pt x="3866" y="1"/>
                  </a:lnTo>
                  <a:close/>
                </a:path>
              </a:pathLst>
            </a:custGeom>
            <a:solidFill>
              <a:schemeClr val="accent1"/>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7" name="Google Shape;1874;p36"/>
            <p:cNvSpPr/>
            <p:nvPr/>
          </p:nvSpPr>
          <p:spPr>
            <a:xfrm>
              <a:off x="3033720" y="259596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7" h="3867">
                  <a:moveTo>
                    <a:pt x="0" y="1"/>
                  </a:moveTo>
                  <a:lnTo>
                    <a:pt x="0" y="3867"/>
                  </a:lnTo>
                  <a:lnTo>
                    <a:pt x="3866" y="3867"/>
                  </a:lnTo>
                  <a:lnTo>
                    <a:pt x="3866" y="1"/>
                  </a:lnTo>
                  <a:close/>
                </a:path>
              </a:pathLst>
            </a:custGeom>
            <a:solidFill>
              <a:schemeClr val="accent1"/>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8" name="Google Shape;1875;p36"/>
            <p:cNvSpPr/>
            <p:nvPr/>
          </p:nvSpPr>
          <p:spPr>
            <a:xfrm>
              <a:off x="3033720" y="267876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7" h="3908">
                  <a:moveTo>
                    <a:pt x="0" y="0"/>
                  </a:moveTo>
                  <a:lnTo>
                    <a:pt x="0" y="3907"/>
                  </a:lnTo>
                  <a:lnTo>
                    <a:pt x="3866" y="3907"/>
                  </a:lnTo>
                  <a:lnTo>
                    <a:pt x="3866" y="0"/>
                  </a:lnTo>
                  <a:close/>
                </a:path>
              </a:pathLst>
            </a:custGeom>
            <a:solidFill>
              <a:schemeClr val="accent1"/>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9" name="Google Shape;1876;p36"/>
            <p:cNvSpPr/>
            <p:nvPr/>
          </p:nvSpPr>
          <p:spPr>
            <a:xfrm>
              <a:off x="2251800" y="236952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8" h="3908">
                  <a:moveTo>
                    <a:pt x="1" y="1"/>
                  </a:moveTo>
                  <a:lnTo>
                    <a:pt x="1" y="3908"/>
                  </a:lnTo>
                  <a:lnTo>
                    <a:pt x="3867" y="3908"/>
                  </a:lnTo>
                  <a:lnTo>
                    <a:pt x="3867" y="1"/>
                  </a:lnTo>
                  <a:close/>
                </a:path>
              </a:pathLst>
            </a:custGeom>
            <a:solidFill>
              <a:schemeClr val="accent1"/>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0" name="Google Shape;1877;p36"/>
            <p:cNvSpPr/>
            <p:nvPr/>
          </p:nvSpPr>
          <p:spPr>
            <a:xfrm>
              <a:off x="2251800" y="245304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8" h="3868">
                  <a:moveTo>
                    <a:pt x="1" y="1"/>
                  </a:moveTo>
                  <a:lnTo>
                    <a:pt x="1" y="3867"/>
                  </a:lnTo>
                  <a:lnTo>
                    <a:pt x="3867" y="3867"/>
                  </a:lnTo>
                  <a:lnTo>
                    <a:pt x="3867" y="1"/>
                  </a:lnTo>
                  <a:close/>
                </a:path>
              </a:pathLst>
            </a:custGeom>
            <a:solidFill>
              <a:schemeClr val="accent1"/>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1" name="Google Shape;1878;p36"/>
            <p:cNvSpPr/>
            <p:nvPr/>
          </p:nvSpPr>
          <p:spPr>
            <a:xfrm>
              <a:off x="2251800" y="259596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8" h="3867">
                  <a:moveTo>
                    <a:pt x="1" y="1"/>
                  </a:moveTo>
                  <a:lnTo>
                    <a:pt x="1" y="3867"/>
                  </a:lnTo>
                  <a:lnTo>
                    <a:pt x="3867" y="3867"/>
                  </a:lnTo>
                  <a:lnTo>
                    <a:pt x="3867" y="1"/>
                  </a:lnTo>
                  <a:close/>
                </a:path>
              </a:pathLst>
            </a:custGeom>
            <a:solidFill>
              <a:schemeClr val="accent1"/>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2" name="Google Shape;1879;p36"/>
            <p:cNvSpPr/>
            <p:nvPr/>
          </p:nvSpPr>
          <p:spPr>
            <a:xfrm>
              <a:off x="2251800" y="267876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8" h="3908">
                  <a:moveTo>
                    <a:pt x="1" y="0"/>
                  </a:moveTo>
                  <a:lnTo>
                    <a:pt x="1" y="3907"/>
                  </a:lnTo>
                  <a:lnTo>
                    <a:pt x="3867" y="3907"/>
                  </a:lnTo>
                  <a:lnTo>
                    <a:pt x="3867" y="0"/>
                  </a:lnTo>
                  <a:close/>
                </a:path>
              </a:pathLst>
            </a:custGeom>
            <a:solidFill>
              <a:schemeClr val="accent1"/>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3" name="Google Shape;1880;p36"/>
            <p:cNvSpPr/>
            <p:nvPr/>
          </p:nvSpPr>
          <p:spPr>
            <a:xfrm>
              <a:off x="2745360" y="207324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4" name="Google Shape;1881;p36"/>
            <p:cNvSpPr/>
            <p:nvPr/>
          </p:nvSpPr>
          <p:spPr>
            <a:xfrm>
              <a:off x="1688400" y="445536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rgbClr val="494949"/>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5" name="Google Shape;1882;p36"/>
            <p:cNvSpPr/>
            <p:nvPr/>
          </p:nvSpPr>
          <p:spPr>
            <a:xfrm>
              <a:off x="1684800" y="4449960"/>
              <a:ext cx="441360" cy="61920"/>
            </a:xfrm>
            <a:custGeom>
              <a:avLst/>
              <a:gdLst>
                <a:gd name="textAreaLeft" fmla="*/ 0 w 441360"/>
                <a:gd name="textAreaRight" fmla="*/ 441720 w 441360"/>
                <a:gd name="textAreaTop" fmla="*/ 0 h 61920"/>
                <a:gd name="textAreaBottom" fmla="*/ 62280 h 61920"/>
              </a:gdLst>
              <a:ahLst/>
              <a:cxnLst/>
              <a:rect l="textAreaLeft" t="textAreaTop" r="textAreaRight" b="textAreaBottom"/>
              <a:pathLst>
                <a:path w="26699" h="3582">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rgbClr val="494949"/>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6" name="Google Shape;1883;p36"/>
            <p:cNvSpPr/>
            <p:nvPr/>
          </p:nvSpPr>
          <p:spPr>
            <a:xfrm>
              <a:off x="1890360" y="4212000"/>
              <a:ext cx="67680" cy="272880"/>
            </a:xfrm>
            <a:custGeom>
              <a:avLst/>
              <a:gdLst>
                <a:gd name="textAreaLeft" fmla="*/ 0 w 67680"/>
                <a:gd name="textAreaRight" fmla="*/ 68040 w 67680"/>
                <a:gd name="textAreaTop" fmla="*/ 0 h 272880"/>
                <a:gd name="textAreaBottom" fmla="*/ 273240 h 272880"/>
              </a:gdLst>
              <a:ahLst/>
              <a:cxnLst/>
              <a:rect l="textAreaLeft" t="textAreaTop" r="textAreaRight" b="textAreaBottom"/>
              <a:pathLst>
                <a:path w="4111" h="15710">
                  <a:moveTo>
                    <a:pt x="1" y="0"/>
                  </a:moveTo>
                  <a:lnTo>
                    <a:pt x="1" y="15709"/>
                  </a:lnTo>
                  <a:lnTo>
                    <a:pt x="4111" y="15709"/>
                  </a:lnTo>
                  <a:lnTo>
                    <a:pt x="4111" y="0"/>
                  </a:ln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7" name="Google Shape;1884;p36"/>
            <p:cNvSpPr/>
            <p:nvPr/>
          </p:nvSpPr>
          <p:spPr>
            <a:xfrm>
              <a:off x="1884960" y="420552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4" h="16402">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8" name="Google Shape;1885;p36"/>
            <p:cNvSpPr/>
            <p:nvPr/>
          </p:nvSpPr>
          <p:spPr>
            <a:xfrm>
              <a:off x="1879560" y="4212000"/>
              <a:ext cx="89280" cy="197640"/>
            </a:xfrm>
            <a:custGeom>
              <a:avLst/>
              <a:gdLst>
                <a:gd name="textAreaLeft" fmla="*/ 0 w 89280"/>
                <a:gd name="textAreaRight" fmla="*/ 89640 w 89280"/>
                <a:gd name="textAreaTop" fmla="*/ 0 h 197640"/>
                <a:gd name="textAreaBottom" fmla="*/ 198000 h 197640"/>
              </a:gdLst>
              <a:ahLst/>
              <a:cxnLst/>
              <a:rect l="textAreaLeft" t="textAreaTop" r="textAreaRight" b="textAreaBottom"/>
              <a:pathLst>
                <a:path w="5414" h="11396">
                  <a:moveTo>
                    <a:pt x="0" y="0"/>
                  </a:moveTo>
                  <a:lnTo>
                    <a:pt x="0" y="11395"/>
                  </a:lnTo>
                  <a:lnTo>
                    <a:pt x="5413" y="11395"/>
                  </a:lnTo>
                  <a:lnTo>
                    <a:pt x="5413" y="0"/>
                  </a:ln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9" name="Google Shape;1886;p36"/>
            <p:cNvSpPr/>
            <p:nvPr/>
          </p:nvSpPr>
          <p:spPr>
            <a:xfrm>
              <a:off x="1874160" y="4205520"/>
              <a:ext cx="100800" cy="209880"/>
            </a:xfrm>
            <a:custGeom>
              <a:avLst/>
              <a:gdLst>
                <a:gd name="textAreaLeft" fmla="*/ 0 w 100800"/>
                <a:gd name="textAreaRight" fmla="*/ 101160 w 100800"/>
                <a:gd name="textAreaTop" fmla="*/ 0 h 209880"/>
                <a:gd name="textAreaBottom" fmla="*/ 210240 h 209880"/>
              </a:gdLst>
              <a:ahLst/>
              <a:cxnLst/>
              <a:rect l="textAreaLeft" t="textAreaTop" r="textAreaRight" b="textAreaBottom"/>
              <a:pathLst>
                <a:path w="6106" h="12088">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0" name="Google Shape;1887;p36"/>
            <p:cNvSpPr/>
            <p:nvPr/>
          </p:nvSpPr>
          <p:spPr>
            <a:xfrm>
              <a:off x="1375920" y="330300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6">
                  <a:moveTo>
                    <a:pt x="1" y="0"/>
                  </a:moveTo>
                  <a:lnTo>
                    <a:pt x="1" y="53436"/>
                  </a:lnTo>
                  <a:lnTo>
                    <a:pt x="68291" y="53436"/>
                  </a:lnTo>
                  <a:lnTo>
                    <a:pt x="68291" y="0"/>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1" name="Google Shape;1888;p36"/>
            <p:cNvSpPr/>
            <p:nvPr/>
          </p:nvSpPr>
          <p:spPr>
            <a:xfrm>
              <a:off x="1369800" y="3297240"/>
              <a:ext cx="1141200" cy="939960"/>
            </a:xfrm>
            <a:custGeom>
              <a:avLst/>
              <a:gdLst>
                <a:gd name="textAreaLeft" fmla="*/ 0 w 1141200"/>
                <a:gd name="textAreaRight" fmla="*/ 1141560 w 1141200"/>
                <a:gd name="textAreaTop" fmla="*/ 0 h 939960"/>
                <a:gd name="textAreaBottom" fmla="*/ 940320 h 939960"/>
              </a:gdLst>
              <a:ahLst/>
              <a:cxnLst/>
              <a:rect l="textAreaLeft" t="textAreaTop" r="textAreaRight" b="textAreaBottom"/>
              <a:pathLst>
                <a:path w="68983" h="54088">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2" name="Google Shape;1889;p36"/>
            <p:cNvSpPr/>
            <p:nvPr/>
          </p:nvSpPr>
          <p:spPr>
            <a:xfrm>
              <a:off x="1435680" y="3352320"/>
              <a:ext cx="1009080" cy="829440"/>
            </a:xfrm>
            <a:custGeom>
              <a:avLst/>
              <a:gdLst>
                <a:gd name="textAreaLeft" fmla="*/ 0 w 1009080"/>
                <a:gd name="textAreaRight" fmla="*/ 1009440 w 1009080"/>
                <a:gd name="textAreaTop" fmla="*/ 0 h 829440"/>
                <a:gd name="textAreaBottom" fmla="*/ 829800 h 829440"/>
              </a:gdLst>
              <a:ahLst/>
              <a:cxnLst/>
              <a:rect l="textAreaLeft" t="textAreaTop" r="textAreaRight" b="textAreaBottom"/>
              <a:pathLst>
                <a:path w="61005" h="47738">
                  <a:moveTo>
                    <a:pt x="0" y="0"/>
                  </a:moveTo>
                  <a:lnTo>
                    <a:pt x="0" y="47738"/>
                  </a:lnTo>
                  <a:lnTo>
                    <a:pt x="61005" y="47738"/>
                  </a:lnTo>
                  <a:lnTo>
                    <a:pt x="61005" y="0"/>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3" name="Google Shape;1890;p36"/>
            <p:cNvSpPr/>
            <p:nvPr/>
          </p:nvSpPr>
          <p:spPr>
            <a:xfrm>
              <a:off x="1430280" y="3346920"/>
              <a:ext cx="1019880" cy="840960"/>
            </a:xfrm>
            <a:custGeom>
              <a:avLst/>
              <a:gdLst>
                <a:gd name="textAreaLeft" fmla="*/ 0 w 1019880"/>
                <a:gd name="textAreaRight" fmla="*/ 1020240 w 1019880"/>
                <a:gd name="textAreaTop" fmla="*/ 0 h 840960"/>
                <a:gd name="textAreaBottom" fmla="*/ 841320 h 840960"/>
              </a:gdLst>
              <a:ahLst/>
              <a:cxnLst/>
              <a:rect l="textAreaLeft" t="textAreaTop" r="textAreaRight" b="textAreaBottom"/>
              <a:pathLst>
                <a:path w="61657" h="4839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4" name="Google Shape;1891;p36"/>
            <p:cNvSpPr/>
            <p:nvPr/>
          </p:nvSpPr>
          <p:spPr>
            <a:xfrm>
              <a:off x="162756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5" name="Google Shape;1892;p36"/>
            <p:cNvSpPr/>
            <p:nvPr/>
          </p:nvSpPr>
          <p:spPr>
            <a:xfrm>
              <a:off x="1627560" y="3645360"/>
              <a:ext cx="353160" cy="232560"/>
            </a:xfrm>
            <a:custGeom>
              <a:avLst/>
              <a:gdLst>
                <a:gd name="textAreaLeft" fmla="*/ 0 w 353160"/>
                <a:gd name="textAreaRight" fmla="*/ 353520 w 353160"/>
                <a:gd name="textAreaTop" fmla="*/ 0 h 232560"/>
                <a:gd name="textAreaBottom" fmla="*/ 232920 h 232560"/>
              </a:gdLst>
              <a:ahLst/>
              <a:cxnLst/>
              <a:rect l="textAreaLeft" t="textAreaTop" r="textAreaRight" b="textAreaBottom"/>
              <a:pathLst>
                <a:path w="21367" h="13391">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6" name="Google Shape;1893;p36"/>
            <p:cNvSpPr/>
            <p:nvPr/>
          </p:nvSpPr>
          <p:spPr>
            <a:xfrm>
              <a:off x="1627560" y="39006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7" name="Google Shape;1894;p36"/>
            <p:cNvSpPr/>
            <p:nvPr/>
          </p:nvSpPr>
          <p:spPr>
            <a:xfrm>
              <a:off x="1622160" y="3895200"/>
              <a:ext cx="364680" cy="244440"/>
            </a:xfrm>
            <a:custGeom>
              <a:avLst/>
              <a:gdLst>
                <a:gd name="textAreaLeft" fmla="*/ 0 w 364680"/>
                <a:gd name="textAreaRight" fmla="*/ 365040 w 364680"/>
                <a:gd name="textAreaTop" fmla="*/ 0 h 244440"/>
                <a:gd name="textAreaBottom" fmla="*/ 244800 h 244440"/>
              </a:gdLst>
              <a:ahLst/>
              <a:cxnLst/>
              <a:rect l="textAreaLeft" t="textAreaTop" r="textAreaRight" b="textAreaBottom"/>
              <a:pathLst>
                <a:path w="22058" h="14083">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8" name="Google Shape;1895;p36"/>
            <p:cNvSpPr/>
            <p:nvPr/>
          </p:nvSpPr>
          <p:spPr>
            <a:xfrm>
              <a:off x="202680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9" name="Google Shape;1896;p36"/>
            <p:cNvSpPr/>
            <p:nvPr/>
          </p:nvSpPr>
          <p:spPr>
            <a:xfrm>
              <a:off x="2026800" y="365112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0" name="Google Shape;1897;p36"/>
            <p:cNvSpPr/>
            <p:nvPr/>
          </p:nvSpPr>
          <p:spPr>
            <a:xfrm>
              <a:off x="1940040" y="2957760"/>
              <a:ext cx="89280" cy="173160"/>
            </a:xfrm>
            <a:custGeom>
              <a:avLst/>
              <a:gdLst>
                <a:gd name="textAreaLeft" fmla="*/ 0 w 89280"/>
                <a:gd name="textAreaRight" fmla="*/ 89640 w 89280"/>
                <a:gd name="textAreaTop" fmla="*/ 0 h 173160"/>
                <a:gd name="textAreaBottom" fmla="*/ 173520 h 173160"/>
              </a:gdLst>
              <a:ahLst/>
              <a:cxnLst/>
              <a:rect l="textAreaLeft" t="textAreaTop" r="textAreaRight" b="textAreaBottom"/>
              <a:pathLst>
                <a:path w="5413" h="9971">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w="0">
              <a:noFill/>
            </a:ln>
          </p:spPr>
          <p:style>
            <a:lnRef idx="0"/>
            <a:fillRef idx="0"/>
            <a:effectRef idx="0"/>
            <a:fontRef idx="minor"/>
          </p:style>
          <p:txBody>
            <a:bodyPr tIns="86760" bIns="86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1" name="Google Shape;1898;p36"/>
            <p:cNvSpPr/>
            <p:nvPr/>
          </p:nvSpPr>
          <p:spPr>
            <a:xfrm>
              <a:off x="1422360" y="2669400"/>
              <a:ext cx="573480" cy="777600"/>
            </a:xfrm>
            <a:custGeom>
              <a:avLst/>
              <a:gdLst>
                <a:gd name="textAreaLeft" fmla="*/ 0 w 573480"/>
                <a:gd name="textAreaRight" fmla="*/ 573840 w 573480"/>
                <a:gd name="textAreaTop" fmla="*/ 0 h 777600"/>
                <a:gd name="textAreaBottom" fmla="*/ 777960 h 777600"/>
              </a:gdLst>
              <a:ahLst/>
              <a:cxnLst/>
              <a:rect l="textAreaLeft" t="textAreaTop" r="textAreaRight" b="textAreaBottom"/>
              <a:pathLst>
                <a:path w="34674" h="44747">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2" name="Google Shape;1899;p36"/>
            <p:cNvSpPr/>
            <p:nvPr/>
          </p:nvSpPr>
          <p:spPr>
            <a:xfrm>
              <a:off x="1449000" y="2692440"/>
              <a:ext cx="419040" cy="693720"/>
            </a:xfrm>
            <a:custGeom>
              <a:avLst/>
              <a:gdLst>
                <a:gd name="textAreaLeft" fmla="*/ 0 w 419040"/>
                <a:gd name="textAreaRight" fmla="*/ 419400 w 419040"/>
                <a:gd name="textAreaTop" fmla="*/ 0 h 693720"/>
                <a:gd name="textAreaBottom" fmla="*/ 694080 h 693720"/>
              </a:gdLst>
              <a:ahLst/>
              <a:cxnLst/>
              <a:rect l="textAreaLeft" t="textAreaTop" r="textAreaRight" b="textAreaBottom"/>
              <a:pathLst>
                <a:path w="25356" h="39925">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3" name="Google Shape;1900;p36"/>
            <p:cNvSpPr/>
            <p:nvPr/>
          </p:nvSpPr>
          <p:spPr>
            <a:xfrm>
              <a:off x="1785240" y="2770200"/>
              <a:ext cx="200880" cy="122760"/>
            </a:xfrm>
            <a:custGeom>
              <a:avLst/>
              <a:gdLst>
                <a:gd name="textAreaLeft" fmla="*/ 0 w 200880"/>
                <a:gd name="textAreaRight" fmla="*/ 201240 w 200880"/>
                <a:gd name="textAreaTop" fmla="*/ 0 h 122760"/>
                <a:gd name="textAreaBottom" fmla="*/ 123120 h 122760"/>
              </a:gdLst>
              <a:ahLst/>
              <a:cxnLst/>
              <a:rect l="textAreaLeft" t="textAreaTop" r="textAreaRight" b="textAreaBottom"/>
              <a:pathLst>
                <a:path w="12170" h="7082">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w="0">
              <a:noFill/>
            </a:ln>
          </p:spPr>
          <p:style>
            <a:lnRef idx="0"/>
            <a:fillRef idx="0"/>
            <a:effectRef idx="0"/>
            <a:fontRef idx="minor"/>
          </p:style>
          <p:txBody>
            <a:bodyPr tIns="61560" bIns="61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4" name="Google Shape;1901;p36"/>
            <p:cNvSpPr/>
            <p:nvPr/>
          </p:nvSpPr>
          <p:spPr>
            <a:xfrm>
              <a:off x="1416960" y="2663280"/>
              <a:ext cx="580680" cy="789840"/>
            </a:xfrm>
            <a:custGeom>
              <a:avLst/>
              <a:gdLst>
                <a:gd name="textAreaLeft" fmla="*/ 0 w 580680"/>
                <a:gd name="textAreaRight" fmla="*/ 581040 w 580680"/>
                <a:gd name="textAreaTop" fmla="*/ 0 h 789840"/>
                <a:gd name="textAreaBottom" fmla="*/ 790200 h 789840"/>
              </a:gdLst>
              <a:ahLst/>
              <a:cxnLst/>
              <a:rect l="textAreaLeft" t="textAreaTop" r="textAreaRight" b="textAreaBottom"/>
              <a:pathLst>
                <a:path w="35123" h="45446">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5" name="Google Shape;1902;p36"/>
            <p:cNvSpPr/>
            <p:nvPr/>
          </p:nvSpPr>
          <p:spPr>
            <a:xfrm>
              <a:off x="1439640" y="2552400"/>
              <a:ext cx="687960" cy="627840"/>
            </a:xfrm>
            <a:custGeom>
              <a:avLst/>
              <a:gdLst>
                <a:gd name="textAreaLeft" fmla="*/ 0 w 687960"/>
                <a:gd name="textAreaRight" fmla="*/ 688320 w 687960"/>
                <a:gd name="textAreaTop" fmla="*/ 0 h 627840"/>
                <a:gd name="textAreaBottom" fmla="*/ 628200 h 627840"/>
              </a:gdLst>
              <a:ahLst/>
              <a:cxnLst/>
              <a:rect l="textAreaLeft" t="textAreaTop" r="textAreaRight" b="textAreaBottom"/>
              <a:pathLst>
                <a:path w="41593" h="36125">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6" name="Google Shape;1903;p36"/>
            <p:cNvSpPr/>
            <p:nvPr/>
          </p:nvSpPr>
          <p:spPr>
            <a:xfrm>
              <a:off x="1451880" y="2546640"/>
              <a:ext cx="659520" cy="639360"/>
            </a:xfrm>
            <a:custGeom>
              <a:avLst/>
              <a:gdLst>
                <a:gd name="textAreaLeft" fmla="*/ 0 w 659520"/>
                <a:gd name="textAreaRight" fmla="*/ 659880 w 659520"/>
                <a:gd name="textAreaTop" fmla="*/ 0 h 639360"/>
                <a:gd name="textAreaBottom" fmla="*/ 639720 h 639360"/>
              </a:gdLst>
              <a:ahLst/>
              <a:cxnLst/>
              <a:rect l="textAreaLeft" t="textAreaTop" r="textAreaRight" b="textAreaBottom"/>
              <a:pathLst>
                <a:path w="39884" h="36792">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7" name="Google Shape;1904;p36"/>
            <p:cNvSpPr/>
            <p:nvPr/>
          </p:nvSpPr>
          <p:spPr>
            <a:xfrm>
              <a:off x="1551600" y="3013920"/>
              <a:ext cx="38880" cy="36000"/>
            </a:xfrm>
            <a:custGeom>
              <a:avLst/>
              <a:gdLst>
                <a:gd name="textAreaLeft" fmla="*/ 0 w 38880"/>
                <a:gd name="textAreaRight" fmla="*/ 39240 w 38880"/>
                <a:gd name="textAreaTop" fmla="*/ 0 h 36000"/>
                <a:gd name="textAreaBottom" fmla="*/ 36360 h 36000"/>
              </a:gdLst>
              <a:ahLst/>
              <a:cxnLst/>
              <a:rect l="textAreaLeft" t="textAreaTop" r="textAreaRight" b="textAreaBottom"/>
              <a:pathLst>
                <a:path w="2362" h="210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w="0">
              <a:noFill/>
            </a:ln>
          </p:spPr>
          <p:style>
            <a:lnRef idx="0"/>
            <a:fillRef idx="0"/>
            <a:effectRef idx="0"/>
            <a:fontRef idx="minor"/>
          </p:style>
          <p:txBody>
            <a:bodyPr tIns="18000" bIns="18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8" name="Google Shape;1905;p36"/>
            <p:cNvSpPr/>
            <p:nvPr/>
          </p:nvSpPr>
          <p:spPr>
            <a:xfrm>
              <a:off x="1608120" y="2719080"/>
              <a:ext cx="481320" cy="241920"/>
            </a:xfrm>
            <a:custGeom>
              <a:avLst/>
              <a:gdLst>
                <a:gd name="textAreaLeft" fmla="*/ 0 w 481320"/>
                <a:gd name="textAreaRight" fmla="*/ 481680 w 481320"/>
                <a:gd name="textAreaTop" fmla="*/ 0 h 241920"/>
                <a:gd name="textAreaBottom" fmla="*/ 242280 h 241920"/>
              </a:gdLst>
              <a:ahLst/>
              <a:cxnLst/>
              <a:rect l="textAreaLeft" t="textAreaTop" r="textAreaRight" b="textAreaBottom"/>
              <a:pathLst>
                <a:path w="29099" h="13929">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9" name="Google Shape;1906;p36"/>
            <p:cNvSpPr/>
            <p:nvPr/>
          </p:nvSpPr>
          <p:spPr>
            <a:xfrm>
              <a:off x="1598760" y="2832840"/>
              <a:ext cx="236880" cy="277920"/>
            </a:xfrm>
            <a:custGeom>
              <a:avLst/>
              <a:gdLst>
                <a:gd name="textAreaLeft" fmla="*/ 0 w 236880"/>
                <a:gd name="textAreaRight" fmla="*/ 237240 w 236880"/>
                <a:gd name="textAreaTop" fmla="*/ 0 h 277920"/>
                <a:gd name="textAreaBottom" fmla="*/ 278280 h 277920"/>
              </a:gdLst>
              <a:ahLst/>
              <a:cxnLst/>
              <a:rect l="textAreaLeft" t="textAreaTop" r="textAreaRight" b="textAreaBottom"/>
              <a:pathLst>
                <a:path w="14327" h="16012">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0" name="Google Shape;1907;p36"/>
            <p:cNvSpPr/>
            <p:nvPr/>
          </p:nvSpPr>
          <p:spPr>
            <a:xfrm>
              <a:off x="1703160" y="2985120"/>
              <a:ext cx="322200" cy="45720"/>
            </a:xfrm>
            <a:custGeom>
              <a:avLst/>
              <a:gdLst>
                <a:gd name="textAreaLeft" fmla="*/ 0 w 322200"/>
                <a:gd name="textAreaRight" fmla="*/ 322560 w 322200"/>
                <a:gd name="textAreaTop" fmla="*/ 0 h 45720"/>
                <a:gd name="textAreaBottom" fmla="*/ 46080 h 45720"/>
              </a:gdLst>
              <a:ahLst/>
              <a:cxnLst/>
              <a:rect l="textAreaLeft" t="textAreaTop" r="textAreaRight" b="textAreaBottom"/>
              <a:pathLst>
                <a:path w="19495" h="2653">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w="0">
              <a:noFill/>
            </a:ln>
          </p:spPr>
          <p:style>
            <a:lnRef idx="0"/>
            <a:fillRef idx="0"/>
            <a:effectRef idx="0"/>
            <a:fontRef idx="minor"/>
          </p:style>
          <p:txBody>
            <a:bodyPr tIns="23040" bIns="23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1" name="Google Shape;1908;p36"/>
            <p:cNvSpPr/>
            <p:nvPr/>
          </p:nvSpPr>
          <p:spPr>
            <a:xfrm>
              <a:off x="1650600" y="2927520"/>
              <a:ext cx="106200" cy="218160"/>
            </a:xfrm>
            <a:custGeom>
              <a:avLst/>
              <a:gdLst>
                <a:gd name="textAreaLeft" fmla="*/ 0 w 106200"/>
                <a:gd name="textAreaRight" fmla="*/ 106560 w 106200"/>
                <a:gd name="textAreaTop" fmla="*/ 0 h 218160"/>
                <a:gd name="textAreaBottom" fmla="*/ 218520 h 218160"/>
              </a:gdLst>
              <a:ahLst/>
              <a:cxnLst/>
              <a:rect l="textAreaLeft" t="textAreaTop" r="textAreaRight" b="textAreaBottom"/>
              <a:pathLst>
                <a:path w="6431" h="12565">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2" name="Google Shape;1909;p36"/>
            <p:cNvSpPr/>
            <p:nvPr/>
          </p:nvSpPr>
          <p:spPr>
            <a:xfrm>
              <a:off x="1649880" y="2921400"/>
              <a:ext cx="108000" cy="230400"/>
            </a:xfrm>
            <a:custGeom>
              <a:avLst/>
              <a:gdLst>
                <a:gd name="textAreaLeft" fmla="*/ 0 w 108000"/>
                <a:gd name="textAreaRight" fmla="*/ 108360 w 108000"/>
                <a:gd name="textAreaTop" fmla="*/ 0 h 230400"/>
                <a:gd name="textAreaBottom" fmla="*/ 230760 h 230400"/>
              </a:gdLst>
              <a:ahLst/>
              <a:cxnLst/>
              <a:rect l="textAreaLeft" t="textAreaTop" r="textAreaRight" b="textAreaBottom"/>
              <a:pathLst>
                <a:path w="6553" h="13268">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3" name="Google Shape;1910;p36"/>
            <p:cNvSpPr/>
            <p:nvPr/>
          </p:nvSpPr>
          <p:spPr>
            <a:xfrm>
              <a:off x="889560" y="4812840"/>
              <a:ext cx="1654920" cy="323640"/>
            </a:xfrm>
            <a:custGeom>
              <a:avLst/>
              <a:gdLst>
                <a:gd name="textAreaLeft" fmla="*/ 0 w 1654920"/>
                <a:gd name="textAreaRight" fmla="*/ 1655280 w 1654920"/>
                <a:gd name="textAreaTop" fmla="*/ 0 h 323640"/>
                <a:gd name="textAreaBottom" fmla="*/ 324000 h 323640"/>
              </a:gdLst>
              <a:ahLst/>
              <a:cxnLst/>
              <a:rect l="textAreaLeft" t="textAreaTop" r="textAreaRight" b="textAreaBottom"/>
              <a:pathLst>
                <a:path w="100035" h="1864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4" name="Google Shape;1911;p36"/>
            <p:cNvSpPr/>
            <p:nvPr/>
          </p:nvSpPr>
          <p:spPr>
            <a:xfrm>
              <a:off x="884160" y="4807080"/>
              <a:ext cx="1666440" cy="335880"/>
            </a:xfrm>
            <a:custGeom>
              <a:avLst/>
              <a:gdLst>
                <a:gd name="textAreaLeft" fmla="*/ 0 w 1666440"/>
                <a:gd name="textAreaRight" fmla="*/ 1666800 w 1666440"/>
                <a:gd name="textAreaTop" fmla="*/ 0 h 335880"/>
                <a:gd name="textAreaBottom" fmla="*/ 336240 h 335880"/>
              </a:gdLst>
              <a:ahLst/>
              <a:cxnLst/>
              <a:rect l="textAreaLeft" t="textAreaTop" r="textAreaRight" b="textAreaBottom"/>
              <a:pathLst>
                <a:path w="100726" h="19332">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5" name="Google Shape;1912;p36"/>
            <p:cNvSpPr/>
            <p:nvPr/>
          </p:nvSpPr>
          <p:spPr>
            <a:xfrm>
              <a:off x="897480" y="3344760"/>
              <a:ext cx="930240" cy="1627920"/>
            </a:xfrm>
            <a:custGeom>
              <a:avLst/>
              <a:gdLst>
                <a:gd name="textAreaLeft" fmla="*/ 0 w 930240"/>
                <a:gd name="textAreaRight" fmla="*/ 930600 w 930240"/>
                <a:gd name="textAreaTop" fmla="*/ 0 h 1627920"/>
                <a:gd name="textAreaBottom" fmla="*/ 1628280 h 1627920"/>
              </a:gdLst>
              <a:ahLst/>
              <a:cxnLst/>
              <a:rect l="textAreaLeft" t="textAreaTop" r="textAreaRight" b="textAreaBottom"/>
              <a:pathLst>
                <a:path w="56244" h="93664">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6" name="Google Shape;1913;p36"/>
            <p:cNvSpPr/>
            <p:nvPr/>
          </p:nvSpPr>
          <p:spPr>
            <a:xfrm>
              <a:off x="919800" y="3372120"/>
              <a:ext cx="836640" cy="1594440"/>
            </a:xfrm>
            <a:custGeom>
              <a:avLst/>
              <a:gdLst>
                <a:gd name="textAreaLeft" fmla="*/ 0 w 836640"/>
                <a:gd name="textAreaRight" fmla="*/ 837000 w 836640"/>
                <a:gd name="textAreaTop" fmla="*/ 0 h 1594440"/>
                <a:gd name="textAreaBottom" fmla="*/ 1594800 h 1594440"/>
              </a:gdLst>
              <a:ahLst/>
              <a:cxnLst/>
              <a:rect l="textAreaLeft" t="textAreaTop" r="textAreaRight" b="textAreaBottom"/>
              <a:pathLst>
                <a:path w="50587" h="91733">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a:solidFill>
                <a:srgbClr val="477797"/>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7" name="Google Shape;1914;p36"/>
            <p:cNvSpPr/>
            <p:nvPr/>
          </p:nvSpPr>
          <p:spPr>
            <a:xfrm>
              <a:off x="1204200" y="3812400"/>
              <a:ext cx="124920" cy="343440"/>
            </a:xfrm>
            <a:custGeom>
              <a:avLst/>
              <a:gdLst>
                <a:gd name="textAreaLeft" fmla="*/ 0 w 124920"/>
                <a:gd name="textAreaRight" fmla="*/ 125280 w 124920"/>
                <a:gd name="textAreaTop" fmla="*/ 0 h 343440"/>
                <a:gd name="textAreaBottom" fmla="*/ 343800 h 343440"/>
              </a:gdLst>
              <a:ahLst/>
              <a:cxnLst/>
              <a:rect l="textAreaLeft" t="textAreaTop" r="textAreaRight" b="textAreaBottom"/>
              <a:pathLst>
                <a:path w="7570" h="19769">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8" name="Google Shape;1915;p36"/>
            <p:cNvSpPr/>
            <p:nvPr/>
          </p:nvSpPr>
          <p:spPr>
            <a:xfrm>
              <a:off x="1482840" y="4151520"/>
              <a:ext cx="131760" cy="140400"/>
            </a:xfrm>
            <a:custGeom>
              <a:avLst/>
              <a:gdLst>
                <a:gd name="textAreaLeft" fmla="*/ 0 w 131760"/>
                <a:gd name="textAreaRight" fmla="*/ 132120 w 131760"/>
                <a:gd name="textAreaTop" fmla="*/ 0 h 140400"/>
                <a:gd name="textAreaBottom" fmla="*/ 140760 h 140400"/>
              </a:gdLst>
              <a:ahLst/>
              <a:cxnLst/>
              <a:rect l="textAreaLeft" t="textAreaTop" r="textAreaRight" b="textAreaBottom"/>
              <a:pathLst>
                <a:path w="7978" h="8104">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w="0">
              <a:noFill/>
            </a:ln>
          </p:spPr>
          <p:style>
            <a:lnRef idx="0"/>
            <a:fillRef idx="0"/>
            <a:effectRef idx="0"/>
            <a:fontRef idx="minor"/>
          </p:style>
          <p:txBody>
            <a:bodyPr tIns="70200" bIns="70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9" name="Google Shape;1916;p36"/>
            <p:cNvSpPr/>
            <p:nvPr/>
          </p:nvSpPr>
          <p:spPr>
            <a:xfrm>
              <a:off x="1402560" y="4298040"/>
              <a:ext cx="221760" cy="34920"/>
            </a:xfrm>
            <a:custGeom>
              <a:avLst/>
              <a:gdLst>
                <a:gd name="textAreaLeft" fmla="*/ 0 w 221760"/>
                <a:gd name="textAreaRight" fmla="*/ 222120 w 221760"/>
                <a:gd name="textAreaTop" fmla="*/ 0 h 34920"/>
                <a:gd name="textAreaBottom" fmla="*/ 35280 h 34920"/>
              </a:gdLst>
              <a:ahLst/>
              <a:cxnLst/>
              <a:rect l="textAreaLeft" t="textAreaTop" r="textAreaRight" b="textAreaBottom"/>
              <a:pathLst>
                <a:path w="13431" h="2021">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w="0">
              <a:noFill/>
            </a:ln>
          </p:spPr>
          <p:style>
            <a:lnRef idx="0"/>
            <a:fillRef idx="0"/>
            <a:effectRef idx="0"/>
            <a:fontRef idx="minor"/>
          </p:style>
          <p:txBody>
            <a:bodyPr tIns="17640" bIns="17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0" name="Google Shape;1917;p36"/>
            <p:cNvSpPr/>
            <p:nvPr/>
          </p:nvSpPr>
          <p:spPr>
            <a:xfrm>
              <a:off x="1369800" y="4730760"/>
              <a:ext cx="318240" cy="245520"/>
            </a:xfrm>
            <a:custGeom>
              <a:avLst/>
              <a:gdLst>
                <a:gd name="textAreaLeft" fmla="*/ 0 w 318240"/>
                <a:gd name="textAreaRight" fmla="*/ 318600 w 318240"/>
                <a:gd name="textAreaTop" fmla="*/ 0 h 245520"/>
                <a:gd name="textAreaBottom" fmla="*/ 245880 h 245520"/>
              </a:gdLst>
              <a:ahLst/>
              <a:cxnLst/>
              <a:rect l="textAreaLeft" t="textAreaTop" r="textAreaRight" b="textAreaBottom"/>
              <a:pathLst>
                <a:path w="19251" h="14145">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1" name="Google Shape;1918;p36"/>
            <p:cNvSpPr/>
            <p:nvPr/>
          </p:nvSpPr>
          <p:spPr>
            <a:xfrm>
              <a:off x="908280" y="3338640"/>
              <a:ext cx="916920" cy="1640160"/>
            </a:xfrm>
            <a:custGeom>
              <a:avLst/>
              <a:gdLst>
                <a:gd name="textAreaLeft" fmla="*/ 0 w 916920"/>
                <a:gd name="textAreaRight" fmla="*/ 917280 w 916920"/>
                <a:gd name="textAreaTop" fmla="*/ 0 h 1640160"/>
                <a:gd name="textAreaBottom" fmla="*/ 1640520 h 1640160"/>
              </a:gdLst>
              <a:ahLst/>
              <a:cxnLst/>
              <a:rect l="textAreaLeft" t="textAreaTop" r="textAreaRight" b="textAreaBottom"/>
              <a:pathLst>
                <a:path w="55430" h="94354">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2" name="Google Shape;1919;p36"/>
            <p:cNvSpPr/>
            <p:nvPr/>
          </p:nvSpPr>
          <p:spPr>
            <a:xfrm>
              <a:off x="1320480" y="3265560"/>
              <a:ext cx="479160" cy="327240"/>
            </a:xfrm>
            <a:custGeom>
              <a:avLst/>
              <a:gdLst>
                <a:gd name="textAreaLeft" fmla="*/ 0 w 479160"/>
                <a:gd name="textAreaRight" fmla="*/ 479520 w 479160"/>
                <a:gd name="textAreaTop" fmla="*/ 0 h 327240"/>
                <a:gd name="textAreaBottom" fmla="*/ 327600 h 327240"/>
              </a:gdLst>
              <a:ahLst/>
              <a:cxnLst/>
              <a:rect l="textAreaLeft" t="textAreaTop" r="textAreaRight" b="textAreaBottom"/>
              <a:pathLst>
                <a:path w="28978" h="1884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3" name="Google Shape;1920;p36"/>
            <p:cNvSpPr/>
            <p:nvPr/>
          </p:nvSpPr>
          <p:spPr>
            <a:xfrm>
              <a:off x="1320480" y="3265560"/>
              <a:ext cx="351720" cy="218880"/>
            </a:xfrm>
            <a:custGeom>
              <a:avLst/>
              <a:gdLst>
                <a:gd name="textAreaLeft" fmla="*/ 0 w 351720"/>
                <a:gd name="textAreaRight" fmla="*/ 352080 w 351720"/>
                <a:gd name="textAreaTop" fmla="*/ 0 h 218880"/>
                <a:gd name="textAreaBottom" fmla="*/ 219240 h 218880"/>
              </a:gdLst>
              <a:ahLst/>
              <a:cxnLst/>
              <a:rect l="textAreaLeft" t="textAreaTop" r="textAreaRight" b="textAreaBottom"/>
              <a:pathLst>
                <a:path w="21286" h="12617">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4" name="Google Shape;1921;p36"/>
            <p:cNvSpPr/>
            <p:nvPr/>
          </p:nvSpPr>
          <p:spPr>
            <a:xfrm>
              <a:off x="1314360" y="3259800"/>
              <a:ext cx="491400" cy="339120"/>
            </a:xfrm>
            <a:custGeom>
              <a:avLst/>
              <a:gdLst>
                <a:gd name="textAreaLeft" fmla="*/ 0 w 491400"/>
                <a:gd name="textAreaRight" fmla="*/ 491760 w 491400"/>
                <a:gd name="textAreaTop" fmla="*/ 0 h 339120"/>
                <a:gd name="textAreaBottom" fmla="*/ 339480 h 339120"/>
              </a:gdLst>
              <a:ahLst/>
              <a:cxnLst/>
              <a:rect l="textAreaLeft" t="textAreaTop" r="textAreaRight" b="textAreaBottom"/>
              <a:pathLst>
                <a:path w="29710" h="19522">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5" name="Google Shape;1922;p36"/>
            <p:cNvSpPr/>
            <p:nvPr/>
          </p:nvSpPr>
          <p:spPr>
            <a:xfrm>
              <a:off x="2395440" y="4354560"/>
              <a:ext cx="444960" cy="326880"/>
            </a:xfrm>
            <a:custGeom>
              <a:avLst/>
              <a:gdLst>
                <a:gd name="textAreaLeft" fmla="*/ 0 w 444960"/>
                <a:gd name="textAreaRight" fmla="*/ 445320 w 444960"/>
                <a:gd name="textAreaTop" fmla="*/ 0 h 326880"/>
                <a:gd name="textAreaBottom" fmla="*/ 327240 h 326880"/>
              </a:gdLst>
              <a:ahLst/>
              <a:cxnLst/>
              <a:rect l="textAreaLeft" t="textAreaTop" r="textAreaRight" b="textAreaBottom"/>
              <a:pathLst>
                <a:path w="26902" h="18817">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6" name="Google Shape;1923;p36"/>
            <p:cNvSpPr/>
            <p:nvPr/>
          </p:nvSpPr>
          <p:spPr>
            <a:xfrm>
              <a:off x="2390040" y="4349160"/>
              <a:ext cx="446040" cy="337680"/>
            </a:xfrm>
            <a:custGeom>
              <a:avLst/>
              <a:gdLst>
                <a:gd name="textAreaLeft" fmla="*/ 0 w 446040"/>
                <a:gd name="textAreaRight" fmla="*/ 446400 w 446040"/>
                <a:gd name="textAreaTop" fmla="*/ 0 h 337680"/>
                <a:gd name="textAreaBottom" fmla="*/ 338040 h 337680"/>
              </a:gdLst>
              <a:ahLst/>
              <a:cxnLst/>
              <a:rect l="textAreaLeft" t="textAreaTop" r="textAreaRight" b="textAreaBottom"/>
              <a:pathLst>
                <a:path w="26983" h="19454">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7" name="Google Shape;1924;p36"/>
            <p:cNvSpPr/>
            <p:nvPr/>
          </p:nvSpPr>
          <p:spPr>
            <a:xfrm>
              <a:off x="2625480" y="4393080"/>
              <a:ext cx="140400" cy="70560"/>
            </a:xfrm>
            <a:custGeom>
              <a:avLst/>
              <a:gdLst>
                <a:gd name="textAreaLeft" fmla="*/ 0 w 140400"/>
                <a:gd name="textAreaRight" fmla="*/ 140760 w 140400"/>
                <a:gd name="textAreaTop" fmla="*/ 0 h 70560"/>
                <a:gd name="textAreaBottom" fmla="*/ 70920 h 70560"/>
              </a:gdLst>
              <a:ahLst/>
              <a:cxnLst/>
              <a:rect l="textAreaLeft" t="textAreaTop" r="textAreaRight" b="textAreaBottom"/>
              <a:pathLst>
                <a:path w="8507" h="4071">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rgbClr val="494949"/>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8" name="Google Shape;1925;p36"/>
            <p:cNvSpPr/>
            <p:nvPr/>
          </p:nvSpPr>
          <p:spPr>
            <a:xfrm>
              <a:off x="2558160" y="4397400"/>
              <a:ext cx="51480" cy="38520"/>
            </a:xfrm>
            <a:custGeom>
              <a:avLst/>
              <a:gdLst>
                <a:gd name="textAreaLeft" fmla="*/ 0 w 51480"/>
                <a:gd name="textAreaRight" fmla="*/ 51840 w 51480"/>
                <a:gd name="textAreaTop" fmla="*/ 0 h 38520"/>
                <a:gd name="textAreaBottom" fmla="*/ 38880 h 38520"/>
              </a:gdLst>
              <a:ahLst/>
              <a:cxnLst/>
              <a:rect l="textAreaLeft" t="textAreaTop" r="textAreaRight" b="textAreaBottom"/>
              <a:pathLst>
                <a:path w="3134" h="224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rgbClr val="494949"/>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9" name="Google Shape;1926;p36"/>
            <p:cNvSpPr/>
            <p:nvPr/>
          </p:nvSpPr>
          <p:spPr>
            <a:xfrm>
              <a:off x="1913040" y="4345920"/>
              <a:ext cx="390600" cy="248400"/>
            </a:xfrm>
            <a:custGeom>
              <a:avLst/>
              <a:gdLst>
                <a:gd name="textAreaLeft" fmla="*/ 0 w 390600"/>
                <a:gd name="textAreaRight" fmla="*/ 390960 w 390600"/>
                <a:gd name="textAreaTop" fmla="*/ 0 h 248400"/>
                <a:gd name="textAreaBottom" fmla="*/ 248760 h 248400"/>
              </a:gdLst>
              <a:ahLst/>
              <a:cxnLst/>
              <a:rect l="textAreaLeft" t="textAreaTop" r="textAreaRight" b="textAreaBottom"/>
              <a:pathLst>
                <a:path w="23625" h="1431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0" name="Google Shape;1927;p36"/>
            <p:cNvSpPr/>
            <p:nvPr/>
          </p:nvSpPr>
          <p:spPr>
            <a:xfrm>
              <a:off x="1915920" y="4340160"/>
              <a:ext cx="383400" cy="259920"/>
            </a:xfrm>
            <a:custGeom>
              <a:avLst/>
              <a:gdLst>
                <a:gd name="textAreaLeft" fmla="*/ 0 w 383400"/>
                <a:gd name="textAreaRight" fmla="*/ 383760 w 383400"/>
                <a:gd name="textAreaTop" fmla="*/ 0 h 259920"/>
                <a:gd name="textAreaBottom" fmla="*/ 260280 h 259920"/>
              </a:gdLst>
              <a:ahLst/>
              <a:cxnLst/>
              <a:rect l="textAreaLeft" t="textAreaTop" r="textAreaRight" b="textAreaBottom"/>
              <a:pathLst>
                <a:path w="23198" h="14977">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1" name="Google Shape;1928;p36"/>
            <p:cNvSpPr/>
            <p:nvPr/>
          </p:nvSpPr>
          <p:spPr>
            <a:xfrm>
              <a:off x="2120040" y="4376880"/>
              <a:ext cx="73080" cy="47880"/>
            </a:xfrm>
            <a:custGeom>
              <a:avLst/>
              <a:gdLst>
                <a:gd name="textAreaLeft" fmla="*/ 0 w 73080"/>
                <a:gd name="textAreaRight" fmla="*/ 73440 w 73080"/>
                <a:gd name="textAreaTop" fmla="*/ 0 h 47880"/>
                <a:gd name="textAreaBottom" fmla="*/ 48240 h 47880"/>
              </a:gdLst>
              <a:ahLst/>
              <a:cxnLst/>
              <a:rect l="textAreaLeft" t="textAreaTop" r="textAreaRight" b="textAreaBottom"/>
              <a:pathLst>
                <a:path w="4437" h="2769">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rgbClr val="494949"/>
            </a:solidFill>
            <a:ln w="0">
              <a:noFill/>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2" name="Google Shape;1929;p36"/>
            <p:cNvSpPr/>
            <p:nvPr/>
          </p:nvSpPr>
          <p:spPr>
            <a:xfrm>
              <a:off x="2065320" y="4358520"/>
              <a:ext cx="56160" cy="43200"/>
            </a:xfrm>
            <a:custGeom>
              <a:avLst/>
              <a:gdLst>
                <a:gd name="textAreaLeft" fmla="*/ 0 w 56160"/>
                <a:gd name="textAreaRight" fmla="*/ 56520 w 56160"/>
                <a:gd name="textAreaTop" fmla="*/ 0 h 43200"/>
                <a:gd name="textAreaBottom" fmla="*/ 43560 h 43200"/>
              </a:gdLst>
              <a:ahLst/>
              <a:cxnLst/>
              <a:rect l="textAreaLeft" t="textAreaTop" r="textAreaRight" b="textAreaBottom"/>
              <a:pathLst>
                <a:path w="3420" h="2504">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rgbClr val="494949"/>
            </a:solidFill>
            <a:ln w="0">
              <a:noFill/>
            </a:ln>
          </p:spPr>
          <p:style>
            <a:lnRef idx="0"/>
            <a:fillRef idx="0"/>
            <a:effectRef idx="0"/>
            <a:fontRef idx="minor"/>
          </p:style>
          <p:txBody>
            <a:bodyPr tIns="21600" bIns="21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3" name="Google Shape;1930;p36"/>
            <p:cNvSpPr/>
            <p:nvPr/>
          </p:nvSpPr>
          <p:spPr>
            <a:xfrm>
              <a:off x="1517760" y="3611520"/>
              <a:ext cx="1005120" cy="1428120"/>
            </a:xfrm>
            <a:custGeom>
              <a:avLst/>
              <a:gdLst>
                <a:gd name="textAreaLeft" fmla="*/ 0 w 1005120"/>
                <a:gd name="textAreaRight" fmla="*/ 1005480 w 1005120"/>
                <a:gd name="textAreaTop" fmla="*/ 0 h 1428120"/>
                <a:gd name="textAreaBottom" fmla="*/ 1428480 h 1428120"/>
              </a:gdLst>
              <a:ahLst/>
              <a:cxnLst/>
              <a:rect l="textAreaLeft" t="textAreaTop" r="textAreaRight" b="textAreaBottom"/>
              <a:pathLst>
                <a:path w="60761" h="82176">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4" name="Google Shape;1931;p36"/>
            <p:cNvSpPr/>
            <p:nvPr/>
          </p:nvSpPr>
          <p:spPr>
            <a:xfrm>
              <a:off x="1530000" y="3647520"/>
              <a:ext cx="986400" cy="1392120"/>
            </a:xfrm>
            <a:custGeom>
              <a:avLst/>
              <a:gdLst>
                <a:gd name="textAreaLeft" fmla="*/ 0 w 986400"/>
                <a:gd name="textAreaRight" fmla="*/ 986760 w 986400"/>
                <a:gd name="textAreaTop" fmla="*/ 0 h 1392120"/>
                <a:gd name="textAreaBottom" fmla="*/ 1392480 h 1392120"/>
              </a:gdLst>
              <a:ahLst/>
              <a:cxnLst/>
              <a:rect l="textAreaLeft" t="textAreaTop" r="textAreaRight" b="textAreaBottom"/>
              <a:pathLst>
                <a:path w="59622" h="80093">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a:solidFill>
                <a:srgbClr val="477797"/>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5" name="Google Shape;1932;p36"/>
            <p:cNvSpPr/>
            <p:nvPr/>
          </p:nvSpPr>
          <p:spPr>
            <a:xfrm>
              <a:off x="1524600" y="3605400"/>
              <a:ext cx="994320" cy="1440360"/>
            </a:xfrm>
            <a:custGeom>
              <a:avLst/>
              <a:gdLst>
                <a:gd name="textAreaLeft" fmla="*/ 0 w 994320"/>
                <a:gd name="textAreaRight" fmla="*/ 994680 w 994320"/>
                <a:gd name="textAreaTop" fmla="*/ 0 h 1440360"/>
                <a:gd name="textAreaBottom" fmla="*/ 1440720 h 1440360"/>
              </a:gdLst>
              <a:ahLst/>
              <a:cxnLst/>
              <a:rect l="textAreaLeft" t="textAreaTop" r="textAreaRight" b="textAreaBottom"/>
              <a:pathLst>
                <a:path w="60110" h="82881">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6" name="Google Shape;1933;p36"/>
            <p:cNvSpPr/>
            <p:nvPr/>
          </p:nvSpPr>
          <p:spPr>
            <a:xfrm>
              <a:off x="2356920" y="4566240"/>
              <a:ext cx="115560" cy="162000"/>
            </a:xfrm>
            <a:custGeom>
              <a:avLst/>
              <a:gdLst>
                <a:gd name="textAreaLeft" fmla="*/ 0 w 115560"/>
                <a:gd name="textAreaRight" fmla="*/ 115920 w 115560"/>
                <a:gd name="textAreaTop" fmla="*/ 0 h 162000"/>
                <a:gd name="textAreaBottom" fmla="*/ 162360 h 162000"/>
              </a:gdLst>
              <a:ahLst/>
              <a:cxnLst/>
              <a:rect l="textAreaLeft" t="textAreaTop" r="textAreaRight" b="textAreaBottom"/>
              <a:pathLst>
                <a:path w="7001" h="9329">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w="0">
              <a:noFill/>
            </a:ln>
          </p:spPr>
          <p:style>
            <a:lnRef idx="0"/>
            <a:fillRef idx="0"/>
            <a:effectRef idx="0"/>
            <a:fontRef idx="minor"/>
          </p:style>
          <p:txBody>
            <a:bodyPr tIns="81000" bIns="81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7" name="Google Shape;1934;p36"/>
            <p:cNvSpPr/>
            <p:nvPr/>
          </p:nvSpPr>
          <p:spPr>
            <a:xfrm>
              <a:off x="485640" y="3294000"/>
              <a:ext cx="868320" cy="1842120"/>
            </a:xfrm>
            <a:custGeom>
              <a:avLst/>
              <a:gdLst>
                <a:gd name="textAreaLeft" fmla="*/ 0 w 868320"/>
                <a:gd name="textAreaRight" fmla="*/ 868680 w 868320"/>
                <a:gd name="textAreaTop" fmla="*/ 0 h 1842120"/>
                <a:gd name="textAreaBottom" fmla="*/ 1842480 h 1842120"/>
              </a:gdLst>
              <a:ahLst/>
              <a:cxnLst/>
              <a:rect l="textAreaLeft" t="textAreaTop" r="textAreaRight" b="textAreaBottom"/>
              <a:pathLst>
                <a:path w="52500" h="105991">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8" name="Google Shape;1935;p36"/>
            <p:cNvSpPr/>
            <p:nvPr/>
          </p:nvSpPr>
          <p:spPr>
            <a:xfrm>
              <a:off x="479520" y="3288600"/>
              <a:ext cx="880560" cy="1854000"/>
            </a:xfrm>
            <a:custGeom>
              <a:avLst/>
              <a:gdLst>
                <a:gd name="textAreaLeft" fmla="*/ 0 w 880560"/>
                <a:gd name="textAreaRight" fmla="*/ 880920 w 880560"/>
                <a:gd name="textAreaTop" fmla="*/ 0 h 1854000"/>
                <a:gd name="textAreaBottom" fmla="*/ 1854360 h 1854000"/>
              </a:gdLst>
              <a:ahLst/>
              <a:cxnLst/>
              <a:rect l="textAreaLeft" t="textAreaTop" r="textAreaRight" b="textAreaBottom"/>
              <a:pathLst>
                <a:path w="53232" h="106668">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9" name="Google Shape;1936;p36"/>
            <p:cNvSpPr/>
            <p:nvPr/>
          </p:nvSpPr>
          <p:spPr>
            <a:xfrm>
              <a:off x="154080" y="3270600"/>
              <a:ext cx="1149840" cy="1865880"/>
            </a:xfrm>
            <a:custGeom>
              <a:avLst/>
              <a:gdLst>
                <a:gd name="textAreaLeft" fmla="*/ 0 w 1149840"/>
                <a:gd name="textAreaRight" fmla="*/ 1150200 w 1149840"/>
                <a:gd name="textAreaTop" fmla="*/ 0 h 1865880"/>
                <a:gd name="textAreaBottom" fmla="*/ 1866240 h 1865880"/>
              </a:gdLst>
              <a:ahLst/>
              <a:cxnLst/>
              <a:rect l="textAreaLeft" t="textAreaTop" r="textAreaRight" b="textAreaBottom"/>
              <a:pathLst>
                <a:path w="69512" h="107351">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0" name="Google Shape;1937;p36"/>
            <p:cNvSpPr/>
            <p:nvPr/>
          </p:nvSpPr>
          <p:spPr>
            <a:xfrm>
              <a:off x="150840" y="3264840"/>
              <a:ext cx="1158480" cy="1878120"/>
            </a:xfrm>
            <a:custGeom>
              <a:avLst/>
              <a:gdLst>
                <a:gd name="textAreaLeft" fmla="*/ 0 w 1158480"/>
                <a:gd name="textAreaRight" fmla="*/ 1158840 w 1158480"/>
                <a:gd name="textAreaTop" fmla="*/ 0 h 1878120"/>
                <a:gd name="textAreaBottom" fmla="*/ 1878480 h 1878120"/>
              </a:gdLst>
              <a:ahLst/>
              <a:cxnLst/>
              <a:rect l="textAreaLeft" t="textAreaTop" r="textAreaRight" b="textAreaBottom"/>
              <a:pathLst>
                <a:path w="70040" h="108052">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1" name="Google Shape;1938;p36"/>
            <p:cNvSpPr/>
            <p:nvPr/>
          </p:nvSpPr>
          <p:spPr>
            <a:xfrm>
              <a:off x="519120" y="5136840"/>
              <a:ext cx="4047120" cy="360"/>
            </a:xfrm>
            <a:custGeom>
              <a:avLst/>
              <a:gdLst>
                <a:gd name="textAreaLeft" fmla="*/ 0 w 4047120"/>
                <a:gd name="textAreaRight" fmla="*/ 4047480 w 4047120"/>
                <a:gd name="textAreaTop" fmla="*/ 0 h 360"/>
                <a:gd name="textAreaBottom" fmla="*/ 720 h 360"/>
              </a:gdLst>
              <a:ahLst/>
              <a:cxnLst/>
              <a:rect l="textAreaLeft" t="textAreaTop" r="textAreaRight" b="textAreaBottom"/>
              <a:pathLst>
                <a:path w="244590" h="1">
                  <a:moveTo>
                    <a:pt x="0" y="0"/>
                  </a:moveTo>
                  <a:lnTo>
                    <a:pt x="244590" y="0"/>
                  </a:lnTo>
                </a:path>
              </a:pathLst>
            </a:custGeom>
            <a:solidFill>
              <a:srgbClr val="ffffff"/>
            </a:solidFill>
            <a:ln w="0">
              <a:noFill/>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2" name="Google Shape;1939;p36"/>
            <p:cNvSpPr/>
            <p:nvPr/>
          </p:nvSpPr>
          <p:spPr>
            <a:xfrm>
              <a:off x="513000" y="5131080"/>
              <a:ext cx="4058280" cy="11520"/>
            </a:xfrm>
            <a:custGeom>
              <a:avLst/>
              <a:gdLst>
                <a:gd name="textAreaLeft" fmla="*/ 0 w 4058280"/>
                <a:gd name="textAreaRight" fmla="*/ 4058640 w 4058280"/>
                <a:gd name="textAreaTop" fmla="*/ 0 h 11520"/>
                <a:gd name="textAreaBottom" fmla="*/ 11880 h 11520"/>
              </a:gdLst>
              <a:ahLst/>
              <a:cxnLst/>
              <a:rect l="textAreaLeft" t="textAreaTop" r="textAreaRight" b="textAreaBottom"/>
              <a:pathLst>
                <a:path w="245282" h="693">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413" name=""/>
          <p:cNvSpPr/>
          <p:nvPr/>
        </p:nvSpPr>
        <p:spPr>
          <a:xfrm>
            <a:off x="4572000" y="1847880"/>
            <a:ext cx="4086000" cy="561600"/>
          </a:xfrm>
          <a:prstGeom prst="rect">
            <a:avLst/>
          </a:prstGeom>
          <a:noFill/>
          <a:ln w="0">
            <a:noFill/>
          </a:ln>
        </p:spPr>
        <p:style>
          <a:lnRef idx="0"/>
          <a:fillRef idx="0"/>
          <a:effectRef idx="0"/>
          <a:fontRef idx="minor"/>
        </p:style>
        <p:txBody>
          <a:bodyPr anchor="b">
            <a:normAutofit fontScale="85000" lnSpcReduction="19999"/>
          </a:bodyPr>
          <a:p>
            <a:pPr algn="r" defTabSz="914400">
              <a:lnSpc>
                <a:spcPct val="100000"/>
              </a:lnSpc>
              <a:tabLst>
                <a:tab algn="l" pos="0"/>
              </a:tabLst>
            </a:pPr>
            <a:r>
              <a:rPr b="0" lang="en-US" sz="4400" strike="noStrike" u="none">
                <a:solidFill>
                  <a:srgbClr val="494949"/>
                </a:solidFill>
                <a:effectLst/>
                <a:uFillTx/>
                <a:latin typeface="Fjalla One"/>
              </a:rPr>
              <a:t>Data First</a:t>
            </a:r>
            <a:endParaRPr b="0" lang="en-US" sz="4400" strike="noStrike" u="none">
              <a:solidFill>
                <a:srgbClr val="000000"/>
              </a:solidFill>
              <a:effectLst/>
              <a:uFillTx/>
              <a:latin typeface="OpenSymbol"/>
            </a:endParaRPr>
          </a:p>
        </p:txBody>
      </p:sp>
      <p:sp>
        <p:nvSpPr>
          <p:cNvPr id="414" name=""/>
          <p:cNvSpPr/>
          <p:nvPr/>
        </p:nvSpPr>
        <p:spPr>
          <a:xfrm>
            <a:off x="4572000" y="3571920"/>
            <a:ext cx="4086000" cy="1180800"/>
          </a:xfrm>
          <a:prstGeom prst="rect">
            <a:avLst/>
          </a:prstGeom>
          <a:noFill/>
          <a:ln w="0">
            <a:noFill/>
          </a:ln>
        </p:spPr>
        <p:style>
          <a:lnRef idx="0"/>
          <a:fillRef idx="0"/>
          <a:effectRef idx="0"/>
          <a:fontRef idx="minor"/>
        </p:style>
        <p:txBody>
          <a:bodyPr anchor="t">
            <a:normAutofit/>
          </a:bodyPr>
          <a:p>
            <a:pPr algn="r" defTabSz="914400">
              <a:lnSpc>
                <a:spcPct val="150000"/>
              </a:lnSpc>
              <a:tabLst>
                <a:tab algn="l" pos="0"/>
              </a:tabLst>
            </a:pPr>
            <a:r>
              <a:rPr b="0" lang="en-US" sz="1800" strike="noStrike" u="none">
                <a:solidFill>
                  <a:srgbClr val="77c6fc"/>
                </a:solidFill>
                <a:effectLst/>
                <a:uFillTx/>
                <a:latin typeface="Barlow Semi Condensed Medium"/>
              </a:rPr>
              <a:t>Why data—not compute or architecture—drives model performance</a:t>
            </a:r>
            <a:endParaRPr b="0" lang="en-US" sz="18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15" name="Google Shape;2218;p40"/>
          <p:cNvGrpSpPr/>
          <p:nvPr/>
        </p:nvGrpSpPr>
        <p:grpSpPr>
          <a:xfrm>
            <a:off x="3732480" y="527040"/>
            <a:ext cx="1678680" cy="1678680"/>
            <a:chOff x="3732480" y="527040"/>
            <a:chExt cx="1678680" cy="1678680"/>
          </a:xfrm>
        </p:grpSpPr>
        <p:sp>
          <p:nvSpPr>
            <p:cNvPr id="416"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7"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18" name="Google Shape;2221;p40"/>
          <p:cNvGrpSpPr/>
          <p:nvPr/>
        </p:nvGrpSpPr>
        <p:grpSpPr>
          <a:xfrm>
            <a:off x="4276440" y="1071000"/>
            <a:ext cx="591120" cy="590400"/>
            <a:chOff x="4276440" y="1071000"/>
            <a:chExt cx="591120" cy="590400"/>
          </a:xfrm>
        </p:grpSpPr>
        <p:sp>
          <p:nvSpPr>
            <p:cNvPr id="419"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0"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fillRef idx="0"/>
            <a:effectRef idx="0"/>
            <a:fontRef idx="minor"/>
          </p:style>
          <p:txBody>
            <a:bodyPr tIns="78480" bIns="78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1"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2"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3"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4"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fillRef idx="0"/>
            <a:effectRef idx="0"/>
            <a:fontRef idx="minor"/>
          </p:style>
          <p:txBody>
            <a:bodyPr tIns="32040" bIns="32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5"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fillRef idx="0"/>
            <a:effectRef idx="0"/>
            <a:fontRef idx="minor"/>
          </p:style>
          <p:txBody>
            <a:bodyPr tIns="34200" bIns="34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6"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fillRef idx="0"/>
            <a:effectRef idx="0"/>
            <a:fontRef idx="minor"/>
          </p:style>
          <p:txBody>
            <a:bodyPr tIns="19080" bIns="19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7"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8"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fillRef idx="0"/>
            <a:effectRef idx="0"/>
            <a:fontRef idx="minor"/>
          </p:style>
          <p:txBody>
            <a:bodyPr tIns="41400" bIns="41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429" name=""/>
          <p:cNvSpPr/>
          <p:nvPr/>
        </p:nvSpPr>
        <p:spPr>
          <a:xfrm>
            <a:off x="1790640" y="2476440"/>
            <a:ext cx="5552640" cy="352080"/>
          </a:xfrm>
          <a:prstGeom prst="rect">
            <a:avLst/>
          </a:prstGeom>
          <a:noFill/>
          <a:ln w="0">
            <a:noFill/>
          </a:ln>
        </p:spPr>
        <p:style>
          <a:lnRef idx="0"/>
          <a:fillRef idx="0"/>
          <a:effectRef idx="0"/>
          <a:fontRef idx="minor"/>
        </p:style>
        <p:txBody>
          <a:bodyPr anchor="t">
            <a:normAutofit fontScale="70000" lnSpcReduction="19999"/>
          </a:bodyPr>
          <a:p>
            <a:pPr algn="ctr" defTabSz="914400">
              <a:lnSpc>
                <a:spcPct val="100000"/>
              </a:lnSpc>
              <a:tabLst>
                <a:tab algn="l" pos="0"/>
              </a:tabLst>
            </a:pPr>
            <a:r>
              <a:rPr b="0" lang="en-US" sz="2800" strike="noStrike" u="none">
                <a:solidFill>
                  <a:srgbClr val="494949"/>
                </a:solidFill>
                <a:effectLst/>
                <a:uFillTx/>
                <a:latin typeface="Fjalla One"/>
              </a:rPr>
              <a:t>Data Dominates Time</a:t>
            </a:r>
            <a:endParaRPr b="0" lang="en-US" sz="2800" strike="noStrike" u="none">
              <a:solidFill>
                <a:srgbClr val="000000"/>
              </a:solidFill>
              <a:effectLst/>
              <a:uFillTx/>
              <a:latin typeface="OpenSymbol"/>
            </a:endParaRPr>
          </a:p>
        </p:txBody>
      </p:sp>
      <p:sp>
        <p:nvSpPr>
          <p:cNvPr id="430" name=""/>
          <p:cNvSpPr/>
          <p:nvPr/>
        </p:nvSpPr>
        <p:spPr>
          <a:xfrm>
            <a:off x="1790640" y="3057480"/>
            <a:ext cx="5552640" cy="1676160"/>
          </a:xfrm>
          <a:prstGeom prst="rect">
            <a:avLst/>
          </a:prstGeom>
          <a:noFill/>
          <a:ln w="0">
            <a:noFill/>
          </a:ln>
        </p:spPr>
        <p:style>
          <a:lnRef idx="0"/>
          <a:fillRef idx="0"/>
          <a:effectRef idx="0"/>
          <a:fontRef idx="minor"/>
        </p:style>
        <p:txBody>
          <a:bodyPr anchor="t">
            <a:normAutofit/>
          </a:bodyPr>
          <a:p>
            <a:pPr algn="ctr" defTabSz="914400">
              <a:lnSpc>
                <a:spcPct val="150000"/>
              </a:lnSpc>
              <a:tabLst>
                <a:tab algn="l" pos="0"/>
              </a:tabLst>
            </a:pPr>
            <a:r>
              <a:rPr b="0" lang="en-US" sz="1600" strike="noStrike" u="none">
                <a:solidFill>
                  <a:srgbClr val="494949"/>
                </a:solidFill>
                <a:effectLst/>
                <a:uFillTx/>
                <a:latin typeface="Barlow Semi Condensed"/>
              </a:rPr>
              <a:t>Practitioners report ~80% of ML project time spent on data work—collection, cleaning, labeling. Yet budgets flow to compute and model R&amp;D, not data tooling or infrastructure. This misalignment slows delivery, inflates risk, and obscures true project value.</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
          <p:cNvSpPr/>
          <p:nvPr/>
        </p:nvSpPr>
        <p:spPr>
          <a:xfrm>
            <a:off x="4952880" y="343080"/>
            <a:ext cx="3714480" cy="129492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32" name=""/>
          <p:cNvSpPr/>
          <p:nvPr/>
        </p:nvSpPr>
        <p:spPr>
          <a:xfrm>
            <a:off x="4952880" y="1847880"/>
            <a:ext cx="3714480" cy="129492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33" name=""/>
          <p:cNvSpPr/>
          <p:nvPr/>
        </p:nvSpPr>
        <p:spPr>
          <a:xfrm>
            <a:off x="4952880" y="3352680"/>
            <a:ext cx="3714480" cy="129492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34" name=""/>
          <p:cNvSpPr/>
          <p:nvPr/>
        </p:nvSpPr>
        <p:spPr>
          <a:xfrm>
            <a:off x="476280" y="380880"/>
            <a:ext cx="3619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2400" strike="noStrike" u="none">
                <a:solidFill>
                  <a:srgbClr val="494949"/>
                </a:solidFill>
                <a:effectLst/>
                <a:uFillTx/>
                <a:latin typeface="Fjalla One"/>
              </a:rPr>
              <a:t>Compute vs Data</a:t>
            </a:r>
            <a:endParaRPr b="0" lang="en-US" sz="2400" strike="noStrike" u="none">
              <a:solidFill>
                <a:srgbClr val="000000"/>
              </a:solidFill>
              <a:effectLst/>
              <a:uFillTx/>
              <a:latin typeface="OpenSymbol"/>
            </a:endParaRPr>
          </a:p>
        </p:txBody>
      </p:sp>
      <p:sp>
        <p:nvSpPr>
          <p:cNvPr id="435" name=""/>
          <p:cNvSpPr/>
          <p:nvPr/>
        </p:nvSpPr>
        <p:spPr>
          <a:xfrm>
            <a:off x="476280" y="3429000"/>
            <a:ext cx="3619080" cy="5806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494949"/>
                </a:solidFill>
                <a:effectLst/>
                <a:uFillTx/>
                <a:latin typeface="Barlow Semi Condensed"/>
              </a:rPr>
              <a:t>Marginal compute gains plateau faster than targeted data improvements.</a:t>
            </a:r>
            <a:endParaRPr b="0" lang="en-US" sz="1400" strike="noStrike" u="none">
              <a:solidFill>
                <a:srgbClr val="000000"/>
              </a:solidFill>
              <a:effectLst/>
              <a:uFillTx/>
              <a:latin typeface="OpenSymbol"/>
            </a:endParaRPr>
          </a:p>
        </p:txBody>
      </p:sp>
      <p:sp>
        <p:nvSpPr>
          <p:cNvPr id="436" name=""/>
          <p:cNvSpPr/>
          <p:nvPr/>
        </p:nvSpPr>
        <p:spPr>
          <a:xfrm>
            <a:off x="5219640" y="380880"/>
            <a:ext cx="318096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3600" strike="noStrike" u="none">
                <a:solidFill>
                  <a:srgbClr val="494949"/>
                </a:solidFill>
                <a:effectLst/>
                <a:uFillTx/>
                <a:latin typeface="Fjalla One"/>
              </a:rPr>
              <a:t>$1–$10M</a:t>
            </a:r>
            <a:endParaRPr b="0" lang="en-US" sz="3600" strike="noStrike" u="none">
              <a:solidFill>
                <a:srgbClr val="000000"/>
              </a:solidFill>
              <a:effectLst/>
              <a:uFillTx/>
              <a:latin typeface="OpenSymbol"/>
            </a:endParaRPr>
          </a:p>
        </p:txBody>
      </p:sp>
      <p:sp>
        <p:nvSpPr>
          <p:cNvPr id="437" name=""/>
          <p:cNvSpPr/>
          <p:nvPr/>
        </p:nvSpPr>
        <p:spPr>
          <a:xfrm>
            <a:off x="5219640" y="990720"/>
            <a:ext cx="318096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Estimated training spend for state-of-the-art pretraining runs.</a:t>
            </a:r>
            <a:endParaRPr b="0" lang="en-US" sz="1200" strike="noStrike" u="none">
              <a:solidFill>
                <a:srgbClr val="000000"/>
              </a:solidFill>
              <a:effectLst/>
              <a:uFillTx/>
              <a:latin typeface="OpenSymbol"/>
            </a:endParaRPr>
          </a:p>
        </p:txBody>
      </p:sp>
      <p:sp>
        <p:nvSpPr>
          <p:cNvPr id="438" name=""/>
          <p:cNvSpPr/>
          <p:nvPr/>
        </p:nvSpPr>
        <p:spPr>
          <a:xfrm>
            <a:off x="5219640" y="1886040"/>
            <a:ext cx="318096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3600" strike="noStrike" u="none">
                <a:solidFill>
                  <a:srgbClr val="494949"/>
                </a:solidFill>
                <a:effectLst/>
                <a:uFillTx/>
                <a:latin typeface="Fjalla One"/>
              </a:rPr>
              <a:t>$0.01 or $</a:t>
            </a:r>
            <a:endParaRPr b="0" lang="en-US" sz="3600" strike="noStrike" u="none">
              <a:solidFill>
                <a:srgbClr val="000000"/>
              </a:solidFill>
              <a:effectLst/>
              <a:uFillTx/>
              <a:latin typeface="OpenSymbol"/>
            </a:endParaRPr>
          </a:p>
        </p:txBody>
      </p:sp>
      <p:sp>
        <p:nvSpPr>
          <p:cNvPr id="439" name=""/>
          <p:cNvSpPr/>
          <p:nvPr/>
        </p:nvSpPr>
        <p:spPr>
          <a:xfrm>
            <a:off x="5219640" y="2495520"/>
            <a:ext cx="318096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Labeling costs: simple binary tasks at $0.01; complex annotations run $1–$2.</a:t>
            </a:r>
            <a:endParaRPr b="0" lang="en-US" sz="1200" strike="noStrike" u="none">
              <a:solidFill>
                <a:srgbClr val="000000"/>
              </a:solidFill>
              <a:effectLst/>
              <a:uFillTx/>
              <a:latin typeface="OpenSymbol"/>
            </a:endParaRPr>
          </a:p>
        </p:txBody>
      </p:sp>
      <p:sp>
        <p:nvSpPr>
          <p:cNvPr id="440" name=""/>
          <p:cNvSpPr/>
          <p:nvPr/>
        </p:nvSpPr>
        <p:spPr>
          <a:xfrm>
            <a:off x="5219640" y="3390840"/>
            <a:ext cx="318096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3600" strike="noStrike" u="none">
                <a:solidFill>
                  <a:srgbClr val="494949"/>
                </a:solidFill>
                <a:effectLst/>
                <a:uFillTx/>
                <a:latin typeface="Fjalla One"/>
              </a:rPr>
              <a:t>3–10x</a:t>
            </a:r>
            <a:endParaRPr b="0" lang="en-US" sz="3600" strike="noStrike" u="none">
              <a:solidFill>
                <a:srgbClr val="000000"/>
              </a:solidFill>
              <a:effectLst/>
              <a:uFillTx/>
              <a:latin typeface="OpenSymbol"/>
            </a:endParaRPr>
          </a:p>
        </p:txBody>
      </p:sp>
      <p:sp>
        <p:nvSpPr>
          <p:cNvPr id="441" name=""/>
          <p:cNvSpPr/>
          <p:nvPr/>
        </p:nvSpPr>
        <p:spPr>
          <a:xfrm>
            <a:off x="5219640" y="4000680"/>
            <a:ext cx="318096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Faster error reduction from targeted data fixes than equivalent compute increases.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42" name="Google Shape;2218;p40"/>
          <p:cNvGrpSpPr/>
          <p:nvPr/>
        </p:nvGrpSpPr>
        <p:grpSpPr>
          <a:xfrm>
            <a:off x="3732480" y="527040"/>
            <a:ext cx="1678680" cy="1678680"/>
            <a:chOff x="3732480" y="527040"/>
            <a:chExt cx="1678680" cy="1678680"/>
          </a:xfrm>
        </p:grpSpPr>
        <p:sp>
          <p:nvSpPr>
            <p:cNvPr id="443"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4"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45" name="Google Shape;2221;p40"/>
          <p:cNvGrpSpPr/>
          <p:nvPr/>
        </p:nvGrpSpPr>
        <p:grpSpPr>
          <a:xfrm>
            <a:off x="4276440" y="1071000"/>
            <a:ext cx="591120" cy="590400"/>
            <a:chOff x="4276440" y="1071000"/>
            <a:chExt cx="591120" cy="590400"/>
          </a:xfrm>
        </p:grpSpPr>
        <p:sp>
          <p:nvSpPr>
            <p:cNvPr id="446"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7"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fillRef idx="0"/>
            <a:effectRef idx="0"/>
            <a:fontRef idx="minor"/>
          </p:style>
          <p:txBody>
            <a:bodyPr tIns="78480" bIns="78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8"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9"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0"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1"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fillRef idx="0"/>
            <a:effectRef idx="0"/>
            <a:fontRef idx="minor"/>
          </p:style>
          <p:txBody>
            <a:bodyPr tIns="32040" bIns="32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2"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fillRef idx="0"/>
            <a:effectRef idx="0"/>
            <a:fontRef idx="minor"/>
          </p:style>
          <p:txBody>
            <a:bodyPr tIns="34200" bIns="34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3"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fillRef idx="0"/>
            <a:effectRef idx="0"/>
            <a:fontRef idx="minor"/>
          </p:style>
          <p:txBody>
            <a:bodyPr tIns="19080" bIns="19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4"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5"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fillRef idx="0"/>
            <a:effectRef idx="0"/>
            <a:fontRef idx="minor"/>
          </p:style>
          <p:txBody>
            <a:bodyPr tIns="41400" bIns="41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456" name=""/>
          <p:cNvSpPr/>
          <p:nvPr/>
        </p:nvSpPr>
        <p:spPr>
          <a:xfrm>
            <a:off x="1790640" y="2476440"/>
            <a:ext cx="5552640" cy="352080"/>
          </a:xfrm>
          <a:prstGeom prst="rect">
            <a:avLst/>
          </a:prstGeom>
          <a:noFill/>
          <a:ln w="0">
            <a:noFill/>
          </a:ln>
        </p:spPr>
        <p:style>
          <a:lnRef idx="0"/>
          <a:fillRef idx="0"/>
          <a:effectRef idx="0"/>
          <a:fontRef idx="minor"/>
        </p:style>
        <p:txBody>
          <a:bodyPr anchor="t">
            <a:normAutofit fontScale="70000" lnSpcReduction="19999"/>
          </a:bodyPr>
          <a:p>
            <a:pPr algn="ctr" defTabSz="914400">
              <a:lnSpc>
                <a:spcPct val="100000"/>
              </a:lnSpc>
              <a:tabLst>
                <a:tab algn="l" pos="0"/>
              </a:tabLst>
            </a:pPr>
            <a:r>
              <a:rPr b="0" lang="en-US" sz="2800" strike="noStrike" u="none">
                <a:solidFill>
                  <a:srgbClr val="494949"/>
                </a:solidFill>
                <a:effectLst/>
                <a:uFillTx/>
                <a:latin typeface="Fjalla One"/>
              </a:rPr>
              <a:t>Data Improves Generalization</a:t>
            </a:r>
            <a:endParaRPr b="0" lang="en-US" sz="2800" strike="noStrike" u="none">
              <a:solidFill>
                <a:srgbClr val="000000"/>
              </a:solidFill>
              <a:effectLst/>
              <a:uFillTx/>
              <a:latin typeface="OpenSymbol"/>
            </a:endParaRPr>
          </a:p>
        </p:txBody>
      </p:sp>
      <p:sp>
        <p:nvSpPr>
          <p:cNvPr id="457" name=""/>
          <p:cNvSpPr/>
          <p:nvPr/>
        </p:nvSpPr>
        <p:spPr>
          <a:xfrm>
            <a:off x="1790640" y="3057480"/>
            <a:ext cx="5552640" cy="2285640"/>
          </a:xfrm>
          <a:prstGeom prst="rect">
            <a:avLst/>
          </a:prstGeom>
          <a:noFill/>
          <a:ln w="0">
            <a:noFill/>
          </a:ln>
        </p:spPr>
        <p:style>
          <a:lnRef idx="0"/>
          <a:fillRef idx="0"/>
          <a:effectRef idx="0"/>
          <a:fontRef idx="minor"/>
        </p:style>
        <p:txBody>
          <a:bodyPr anchor="t">
            <a:normAutofit/>
          </a:bodyPr>
          <a:p>
            <a:pPr algn="ctr" defTabSz="914400">
              <a:lnSpc>
                <a:spcPct val="150000"/>
              </a:lnSpc>
              <a:tabLst>
                <a:tab algn="l" pos="0"/>
              </a:tabLst>
            </a:pPr>
            <a:r>
              <a:rPr b="0" lang="en-US" sz="1600" strike="noStrike" u="none">
                <a:solidFill>
                  <a:srgbClr val="494949"/>
                </a:solidFill>
                <a:effectLst/>
                <a:uFillTx/>
                <a:latin typeface="Barlow Semi Condensed"/>
              </a:rPr>
              <a:t>More data and cleaner labels reduce what the model gets wrong in the real world. Across vision, language, and recommendation systems, filling coverage gaps and correcting label noise lowers edge-case errors and customer complaints more than simply adding compute. In production, data investment yields clearer signals, steadier performance, and improved user outcomes.</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494949"/>
                </a:solidFill>
                <a:effectLst/>
                <a:uFillTx/>
                <a:latin typeface="Fjalla One"/>
              </a:rPr>
              <a:t>Data Interventions Outperform</a:t>
            </a:r>
            <a:endParaRPr b="0" lang="en-US" sz="2400" strike="noStrike" u="none">
              <a:solidFill>
                <a:srgbClr val="000000"/>
              </a:solidFill>
              <a:effectLst/>
              <a:uFillTx/>
              <a:latin typeface="OpenSymbol"/>
            </a:endParaRPr>
          </a:p>
        </p:txBody>
      </p:sp>
      <p:sp>
        <p:nvSpPr>
          <p:cNvPr id="459" name=""/>
          <p:cNvSpPr/>
          <p:nvPr/>
        </p:nvSpPr>
        <p:spPr>
          <a:xfrm>
            <a:off x="476280" y="1333440"/>
            <a:ext cx="3904920" cy="10663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Adding 50k high‑quality labeled samples for a niche class cut false negatives by 42%, versus ~10% gain from a larger model. Cleaning 5% label noise raised precision by 18%, while extra training epochs delivered &lt;5%.</a:t>
            </a:r>
            <a:endParaRPr b="0" lang="en-US" sz="1200" strike="noStrike" u="none">
              <a:solidFill>
                <a:srgbClr val="000000"/>
              </a:solidFill>
              <a:effectLst/>
              <a:uFillTx/>
              <a:latin typeface="OpenSymbol"/>
            </a:endParaRPr>
          </a:p>
        </p:txBody>
      </p:sp>
      <p:sp>
        <p:nvSpPr>
          <p:cNvPr id="460" name=""/>
          <p:cNvSpPr/>
          <p:nvPr/>
        </p:nvSpPr>
        <p:spPr>
          <a:xfrm>
            <a:off x="4762440" y="1333440"/>
            <a:ext cx="390492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Bigger models yielded modest gains (~10%). Extra compute and longer training showed diminishing returns compared with targeted data changes.</a:t>
            </a:r>
            <a:endParaRPr b="0" lang="en-US" sz="1200" strike="noStrike" u="none">
              <a:solidFill>
                <a:srgbClr val="000000"/>
              </a:solidFill>
              <a:effectLst/>
              <a:uFillTx/>
              <a:latin typeface="OpenSymbol"/>
            </a:endParaRPr>
          </a:p>
        </p:txBody>
      </p:sp>
      <p:sp>
        <p:nvSpPr>
          <p:cNvPr id="461" name=""/>
          <p:cNvSpPr/>
          <p:nvPr/>
        </p:nvSpPr>
        <p:spPr>
          <a:xfrm>
            <a:off x="476280" y="4381560"/>
            <a:ext cx="8191080" cy="3330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Targeted data interventions outperform architecture or compute tweaks.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2400" strike="noStrike" u="none">
                <a:solidFill>
                  <a:srgbClr val="494949"/>
                </a:solidFill>
                <a:effectLst/>
                <a:uFillTx/>
                <a:latin typeface="Fjalla One"/>
              </a:rPr>
              <a:t>Scale &amp; Quality</a:t>
            </a:r>
            <a:endParaRPr b="0" lang="en-US" sz="2400" strike="noStrike" u="none">
              <a:solidFill>
                <a:srgbClr val="000000"/>
              </a:solidFill>
              <a:effectLst/>
              <a:uFillTx/>
              <a:latin typeface="OpenSymbol"/>
            </a:endParaRPr>
          </a:p>
        </p:txBody>
      </p:sp>
      <p:sp>
        <p:nvSpPr>
          <p:cNvPr id="463" name=""/>
          <p:cNvSpPr/>
          <p:nvPr/>
        </p:nvSpPr>
        <p:spPr>
          <a:xfrm>
            <a:off x="476280" y="1428840"/>
            <a:ext cx="238104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494949"/>
                </a:solidFill>
                <a:effectLst/>
                <a:uFillTx/>
                <a:latin typeface="Barlow Semi Condensed"/>
              </a:rPr>
              <a:t>Error rate drop</a:t>
            </a:r>
            <a:endParaRPr b="0" lang="en-US" sz="1400" strike="noStrike" u="none">
              <a:solidFill>
                <a:srgbClr val="000000"/>
              </a:solidFill>
              <a:effectLst/>
              <a:uFillTx/>
              <a:latin typeface="OpenSymbol"/>
            </a:endParaRPr>
          </a:p>
        </p:txBody>
      </p:sp>
      <p:sp>
        <p:nvSpPr>
          <p:cNvPr id="464" name=""/>
          <p:cNvSpPr/>
          <p:nvPr/>
        </p:nvSpPr>
        <p:spPr>
          <a:xfrm>
            <a:off x="3048120" y="1428840"/>
            <a:ext cx="257148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494949"/>
                </a:solidFill>
                <a:effectLst/>
                <a:uFillTx/>
                <a:latin typeface="Barlow Semi Condensed"/>
              </a:rPr>
              <a:t>Doubling labeled examples for low-resource classes yields 10–30% fewer errors.</a:t>
            </a:r>
            <a:endParaRPr b="0" lang="en-US" sz="1200" strike="noStrike" u="none">
              <a:solidFill>
                <a:srgbClr val="000000"/>
              </a:solidFill>
              <a:effectLst/>
              <a:uFillTx/>
              <a:latin typeface="OpenSymbol"/>
            </a:endParaRPr>
          </a:p>
        </p:txBody>
      </p:sp>
      <p:sp>
        <p:nvSpPr>
          <p:cNvPr id="465" name=""/>
          <p:cNvSpPr/>
          <p:nvPr/>
        </p:nvSpPr>
        <p:spPr>
          <a:xfrm>
            <a:off x="5810400" y="1428840"/>
            <a:ext cx="2857320" cy="1066320"/>
          </a:xfrm>
          <a:prstGeom prst="rect">
            <a:avLst/>
          </a:prstGeom>
          <a:noFill/>
          <a:ln w="0">
            <a:noFill/>
          </a:ln>
        </p:spPr>
        <p:style>
          <a:lnRef idx="0"/>
          <a:fillRef idx="0"/>
          <a:effectRef idx="0"/>
          <a:fontRef idx="minor"/>
        </p:style>
        <p:txBody>
          <a:bodyPr anchor="ctr">
            <a:normAutofit/>
          </a:bodyPr>
          <a:p>
            <a:pPr algn="r" defTabSz="914400">
              <a:lnSpc>
                <a:spcPct val="100000"/>
              </a:lnSpc>
              <a:tabLst>
                <a:tab algn="l" pos="0"/>
              </a:tabLst>
            </a:pPr>
            <a:r>
              <a:rPr b="0" lang="en-US" sz="6000" strike="noStrike" u="none">
                <a:solidFill>
                  <a:srgbClr val="494949"/>
                </a:solidFill>
                <a:effectLst/>
                <a:uFillTx/>
                <a:latin typeface="Fjalla One"/>
              </a:rPr>
              <a:t>10–30%</a:t>
            </a:r>
            <a:endParaRPr b="0" lang="en-US" sz="6000" strike="noStrike" u="none">
              <a:solidFill>
                <a:srgbClr val="000000"/>
              </a:solidFill>
              <a:effectLst/>
              <a:uFillTx/>
              <a:latin typeface="OpenSymbol"/>
            </a:endParaRPr>
          </a:p>
        </p:txBody>
      </p:sp>
      <p:sp>
        <p:nvSpPr>
          <p:cNvPr id="466" name=""/>
          <p:cNvSpPr/>
          <p:nvPr/>
        </p:nvSpPr>
        <p:spPr>
          <a:xfrm>
            <a:off x="476280" y="2505240"/>
            <a:ext cx="238104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494949"/>
                </a:solidFill>
                <a:effectLst/>
                <a:uFillTx/>
                <a:latin typeface="Barlow Semi Condensed"/>
              </a:rPr>
              <a:t>Accuracy gain</a:t>
            </a:r>
            <a:endParaRPr b="0" lang="en-US" sz="1400" strike="noStrike" u="none">
              <a:solidFill>
                <a:srgbClr val="000000"/>
              </a:solidFill>
              <a:effectLst/>
              <a:uFillTx/>
              <a:latin typeface="OpenSymbol"/>
            </a:endParaRPr>
          </a:p>
        </p:txBody>
      </p:sp>
      <p:sp>
        <p:nvSpPr>
          <p:cNvPr id="467" name=""/>
          <p:cNvSpPr/>
          <p:nvPr/>
        </p:nvSpPr>
        <p:spPr>
          <a:xfrm>
            <a:off x="3048120" y="2505240"/>
            <a:ext cx="257148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494949"/>
                </a:solidFill>
                <a:effectLst/>
                <a:uFillTx/>
                <a:latin typeface="Barlow Semi Condensed"/>
              </a:rPr>
              <a:t>Reducing label noise from 10% to 2% improves held-out accuracy by 5–12 percentage points.</a:t>
            </a:r>
            <a:endParaRPr b="0" lang="en-US" sz="1200" strike="noStrike" u="none">
              <a:solidFill>
                <a:srgbClr val="000000"/>
              </a:solidFill>
              <a:effectLst/>
              <a:uFillTx/>
              <a:latin typeface="OpenSymbol"/>
            </a:endParaRPr>
          </a:p>
        </p:txBody>
      </p:sp>
      <p:sp>
        <p:nvSpPr>
          <p:cNvPr id="468" name=""/>
          <p:cNvSpPr/>
          <p:nvPr/>
        </p:nvSpPr>
        <p:spPr>
          <a:xfrm>
            <a:off x="5810400" y="2505240"/>
            <a:ext cx="2857320" cy="1066320"/>
          </a:xfrm>
          <a:prstGeom prst="rect">
            <a:avLst/>
          </a:prstGeom>
          <a:noFill/>
          <a:ln w="0">
            <a:noFill/>
          </a:ln>
        </p:spPr>
        <p:style>
          <a:lnRef idx="0"/>
          <a:fillRef idx="0"/>
          <a:effectRef idx="0"/>
          <a:fontRef idx="minor"/>
        </p:style>
        <p:txBody>
          <a:bodyPr anchor="ctr">
            <a:normAutofit fontScale="92500" lnSpcReduction="9999"/>
          </a:bodyPr>
          <a:p>
            <a:pPr algn="r" defTabSz="914400">
              <a:lnSpc>
                <a:spcPct val="100000"/>
              </a:lnSpc>
              <a:tabLst>
                <a:tab algn="l" pos="0"/>
              </a:tabLst>
            </a:pPr>
            <a:r>
              <a:rPr b="0" lang="en-US" sz="6000" strike="noStrike" u="none">
                <a:solidFill>
                  <a:srgbClr val="494949"/>
                </a:solidFill>
                <a:effectLst/>
                <a:uFillTx/>
                <a:latin typeface="Fjalla One"/>
              </a:rPr>
              <a:t>5–12 pts</a:t>
            </a:r>
            <a:endParaRPr b="0" lang="en-US" sz="6000" strike="noStrike" u="none">
              <a:solidFill>
                <a:srgbClr val="000000"/>
              </a:solidFill>
              <a:effectLst/>
              <a:uFillTx/>
              <a:latin typeface="OpenSymbol"/>
            </a:endParaRPr>
          </a:p>
        </p:txBody>
      </p:sp>
      <p:sp>
        <p:nvSpPr>
          <p:cNvPr id="469" name=""/>
          <p:cNvSpPr/>
          <p:nvPr/>
        </p:nvSpPr>
        <p:spPr>
          <a:xfrm>
            <a:off x="476280" y="3581280"/>
            <a:ext cx="238104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494949"/>
                </a:solidFill>
                <a:effectLst/>
                <a:uFillTx/>
                <a:latin typeface="Barlow Semi Condensed"/>
              </a:rPr>
              <a:t>Failure rate drop</a:t>
            </a:r>
            <a:endParaRPr b="0" lang="en-US" sz="1400" strike="noStrike" u="none">
              <a:solidFill>
                <a:srgbClr val="000000"/>
              </a:solidFill>
              <a:effectLst/>
              <a:uFillTx/>
              <a:latin typeface="OpenSymbol"/>
            </a:endParaRPr>
          </a:p>
        </p:txBody>
      </p:sp>
      <p:sp>
        <p:nvSpPr>
          <p:cNvPr id="470" name=""/>
          <p:cNvSpPr/>
          <p:nvPr/>
        </p:nvSpPr>
        <p:spPr>
          <a:xfrm>
            <a:off x="3048120" y="3581280"/>
            <a:ext cx="2571480" cy="88560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494949"/>
                </a:solidFill>
                <a:effectLst/>
                <a:uFillTx/>
                <a:latin typeface="Barlow Semi Condensed"/>
              </a:rPr>
              <a:t>Targeted augmentation or data collection for underrepresented segments cuts business-critical failures up to 60% in pilots.</a:t>
            </a:r>
            <a:endParaRPr b="0" lang="en-US" sz="1200" strike="noStrike" u="none">
              <a:solidFill>
                <a:srgbClr val="000000"/>
              </a:solidFill>
              <a:effectLst/>
              <a:uFillTx/>
              <a:latin typeface="OpenSymbol"/>
            </a:endParaRPr>
          </a:p>
        </p:txBody>
      </p:sp>
      <p:sp>
        <p:nvSpPr>
          <p:cNvPr id="471" name=""/>
          <p:cNvSpPr/>
          <p:nvPr/>
        </p:nvSpPr>
        <p:spPr>
          <a:xfrm>
            <a:off x="5810400" y="3581280"/>
            <a:ext cx="2857320" cy="1980720"/>
          </a:xfrm>
          <a:prstGeom prst="rect">
            <a:avLst/>
          </a:prstGeom>
          <a:noFill/>
          <a:ln w="0">
            <a:noFill/>
          </a:ln>
        </p:spPr>
        <p:style>
          <a:lnRef idx="0"/>
          <a:fillRef idx="0"/>
          <a:effectRef idx="0"/>
          <a:fontRef idx="minor"/>
        </p:style>
        <p:txBody>
          <a:bodyPr anchor="ctr">
            <a:normAutofit/>
          </a:bodyPr>
          <a:p>
            <a:pPr algn="r" defTabSz="914400">
              <a:lnSpc>
                <a:spcPct val="100000"/>
              </a:lnSpc>
              <a:tabLst>
                <a:tab algn="l" pos="0"/>
              </a:tabLst>
            </a:pPr>
            <a:r>
              <a:rPr b="0" lang="en-US" sz="6000" strike="noStrike" u="none">
                <a:solidFill>
                  <a:srgbClr val="494949"/>
                </a:solidFill>
                <a:effectLst/>
                <a:uFillTx/>
                <a:latin typeface="Fjalla One"/>
              </a:rPr>
              <a:t>Up to 60%</a:t>
            </a:r>
            <a:endParaRPr b="0" lang="en-US" sz="6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
          <p:cNvSpPr/>
          <p:nvPr/>
        </p:nvSpPr>
        <p:spPr>
          <a:xfrm>
            <a:off x="476280" y="1866960"/>
            <a:ext cx="1914120" cy="280008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73" name=""/>
          <p:cNvSpPr/>
          <p:nvPr/>
        </p:nvSpPr>
        <p:spPr>
          <a:xfrm>
            <a:off x="2523960" y="1866960"/>
            <a:ext cx="1914120" cy="280008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74" name=""/>
          <p:cNvSpPr/>
          <p:nvPr/>
        </p:nvSpPr>
        <p:spPr>
          <a:xfrm>
            <a:off x="4572000" y="1866960"/>
            <a:ext cx="1914120" cy="280008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75" name=""/>
          <p:cNvSpPr/>
          <p:nvPr/>
        </p:nvSpPr>
        <p:spPr>
          <a:xfrm>
            <a:off x="6620040" y="1866960"/>
            <a:ext cx="1914120" cy="280008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76" name=""/>
          <p:cNvSpPr/>
          <p:nvPr/>
        </p:nvSpPr>
        <p:spPr>
          <a:xfrm>
            <a:off x="476280" y="380880"/>
            <a:ext cx="81910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0" lang="en-US" sz="2600" strike="noStrike" u="none">
                <a:solidFill>
                  <a:srgbClr val="494949"/>
                </a:solidFill>
                <a:effectLst/>
                <a:uFillTx/>
                <a:latin typeface="Fjalla One"/>
              </a:rPr>
              <a:t>Data-First Process</a:t>
            </a:r>
            <a:endParaRPr b="0" lang="en-US" sz="2600" strike="noStrike" u="none">
              <a:solidFill>
                <a:srgbClr val="000000"/>
              </a:solidFill>
              <a:effectLst/>
              <a:uFillTx/>
              <a:latin typeface="OpenSymbol"/>
            </a:endParaRPr>
          </a:p>
        </p:txBody>
      </p:sp>
      <p:sp>
        <p:nvSpPr>
          <p:cNvPr id="477" name=""/>
          <p:cNvSpPr/>
          <p:nvPr/>
        </p:nvSpPr>
        <p:spPr>
          <a:xfrm>
            <a:off x="47628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494949"/>
                </a:solidFill>
                <a:effectLst/>
                <a:uFillTx/>
                <a:latin typeface="Fjalla One"/>
              </a:rPr>
              <a:t>01</a:t>
            </a:r>
            <a:endParaRPr b="0" lang="en-US" sz="2400" strike="noStrike" u="none">
              <a:solidFill>
                <a:srgbClr val="000000"/>
              </a:solidFill>
              <a:effectLst/>
              <a:uFillTx/>
              <a:latin typeface="OpenSymbol"/>
            </a:endParaRPr>
          </a:p>
        </p:txBody>
      </p:sp>
      <p:sp>
        <p:nvSpPr>
          <p:cNvPr id="478" name=""/>
          <p:cNvSpPr/>
          <p:nvPr/>
        </p:nvSpPr>
        <p:spPr>
          <a:xfrm>
            <a:off x="666720" y="2133720"/>
            <a:ext cx="153324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494949"/>
                </a:solidFill>
                <a:effectLst/>
                <a:uFillTx/>
                <a:latin typeface="Fjalla One"/>
              </a:rPr>
              <a:t>Audit</a:t>
            </a:r>
            <a:endParaRPr b="0" lang="en-US" sz="1800" strike="noStrike" u="none">
              <a:solidFill>
                <a:srgbClr val="000000"/>
              </a:solidFill>
              <a:effectLst/>
              <a:uFillTx/>
              <a:latin typeface="OpenSymbol"/>
            </a:endParaRPr>
          </a:p>
        </p:txBody>
      </p:sp>
      <p:sp>
        <p:nvSpPr>
          <p:cNvPr id="479" name=""/>
          <p:cNvSpPr/>
          <p:nvPr/>
        </p:nvSpPr>
        <p:spPr>
          <a:xfrm>
            <a:off x="666720" y="2666880"/>
            <a:ext cx="1533240" cy="10663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Quantify dataset coverage, label quality, and error taxonomies within 2 weeks.</a:t>
            </a:r>
            <a:endParaRPr b="0" lang="en-US" sz="1200" strike="noStrike" u="none">
              <a:solidFill>
                <a:srgbClr val="000000"/>
              </a:solidFill>
              <a:effectLst/>
              <a:uFillTx/>
              <a:latin typeface="OpenSymbol"/>
            </a:endParaRPr>
          </a:p>
        </p:txBody>
      </p:sp>
      <p:sp>
        <p:nvSpPr>
          <p:cNvPr id="480" name=""/>
          <p:cNvSpPr/>
          <p:nvPr/>
        </p:nvSpPr>
        <p:spPr>
          <a:xfrm>
            <a:off x="252396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494949"/>
                </a:solidFill>
                <a:effectLst/>
                <a:uFillTx/>
                <a:latin typeface="Fjalla One"/>
              </a:rPr>
              <a:t>02</a:t>
            </a:r>
            <a:endParaRPr b="0" lang="en-US" sz="2400" strike="noStrike" u="none">
              <a:solidFill>
                <a:srgbClr val="000000"/>
              </a:solidFill>
              <a:effectLst/>
              <a:uFillTx/>
              <a:latin typeface="OpenSymbol"/>
            </a:endParaRPr>
          </a:p>
        </p:txBody>
      </p:sp>
      <p:sp>
        <p:nvSpPr>
          <p:cNvPr id="481" name=""/>
          <p:cNvSpPr/>
          <p:nvPr/>
        </p:nvSpPr>
        <p:spPr>
          <a:xfrm>
            <a:off x="2714760" y="2133720"/>
            <a:ext cx="153324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494949"/>
                </a:solidFill>
                <a:effectLst/>
                <a:uFillTx/>
                <a:latin typeface="Fjalla One"/>
              </a:rPr>
              <a:t>Prioritize</a:t>
            </a:r>
            <a:endParaRPr b="0" lang="en-US" sz="1800" strike="noStrike" u="none">
              <a:solidFill>
                <a:srgbClr val="000000"/>
              </a:solidFill>
              <a:effectLst/>
              <a:uFillTx/>
              <a:latin typeface="OpenSymbol"/>
            </a:endParaRPr>
          </a:p>
        </p:txBody>
      </p:sp>
      <p:sp>
        <p:nvSpPr>
          <p:cNvPr id="482" name=""/>
          <p:cNvSpPr/>
          <p:nvPr/>
        </p:nvSpPr>
        <p:spPr>
          <a:xfrm>
            <a:off x="2714760" y="2666880"/>
            <a:ext cx="153324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Rank gaps by business impact and cost-to-fix.</a:t>
            </a:r>
            <a:endParaRPr b="0" lang="en-US" sz="1200" strike="noStrike" u="none">
              <a:solidFill>
                <a:srgbClr val="000000"/>
              </a:solidFill>
              <a:effectLst/>
              <a:uFillTx/>
              <a:latin typeface="OpenSymbol"/>
            </a:endParaRPr>
          </a:p>
        </p:txBody>
      </p:sp>
      <p:sp>
        <p:nvSpPr>
          <p:cNvPr id="483" name=""/>
          <p:cNvSpPr/>
          <p:nvPr/>
        </p:nvSpPr>
        <p:spPr>
          <a:xfrm>
            <a:off x="457200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494949"/>
                </a:solidFill>
                <a:effectLst/>
                <a:uFillTx/>
                <a:latin typeface="Fjalla One"/>
              </a:rPr>
              <a:t>03</a:t>
            </a:r>
            <a:endParaRPr b="0" lang="en-US" sz="2400" strike="noStrike" u="none">
              <a:solidFill>
                <a:srgbClr val="000000"/>
              </a:solidFill>
              <a:effectLst/>
              <a:uFillTx/>
              <a:latin typeface="OpenSymbol"/>
            </a:endParaRPr>
          </a:p>
        </p:txBody>
      </p:sp>
      <p:sp>
        <p:nvSpPr>
          <p:cNvPr id="484" name=""/>
          <p:cNvSpPr/>
          <p:nvPr/>
        </p:nvSpPr>
        <p:spPr>
          <a:xfrm>
            <a:off x="4762440" y="2133720"/>
            <a:ext cx="153324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494949"/>
                </a:solidFill>
                <a:effectLst/>
                <a:uFillTx/>
                <a:latin typeface="Fjalla One"/>
              </a:rPr>
              <a:t>Execute</a:t>
            </a:r>
            <a:endParaRPr b="0" lang="en-US" sz="1800" strike="noStrike" u="none">
              <a:solidFill>
                <a:srgbClr val="000000"/>
              </a:solidFill>
              <a:effectLst/>
              <a:uFillTx/>
              <a:latin typeface="OpenSymbol"/>
            </a:endParaRPr>
          </a:p>
        </p:txBody>
      </p:sp>
      <p:sp>
        <p:nvSpPr>
          <p:cNvPr id="485" name=""/>
          <p:cNvSpPr/>
          <p:nvPr/>
        </p:nvSpPr>
        <p:spPr>
          <a:xfrm>
            <a:off x="4762440" y="2666880"/>
            <a:ext cx="1533240" cy="1247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Targeted collection, re-labeling, or synthetic generation with monitoring.</a:t>
            </a:r>
            <a:endParaRPr b="0" lang="en-US" sz="1200" strike="noStrike" u="none">
              <a:solidFill>
                <a:srgbClr val="000000"/>
              </a:solidFill>
              <a:effectLst/>
              <a:uFillTx/>
              <a:latin typeface="OpenSymbol"/>
            </a:endParaRPr>
          </a:p>
        </p:txBody>
      </p:sp>
      <p:sp>
        <p:nvSpPr>
          <p:cNvPr id="486" name=""/>
          <p:cNvSpPr/>
          <p:nvPr/>
        </p:nvSpPr>
        <p:spPr>
          <a:xfrm>
            <a:off x="662004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494949"/>
                </a:solidFill>
                <a:effectLst/>
                <a:uFillTx/>
                <a:latin typeface="Fjalla One"/>
              </a:rPr>
              <a:t>04</a:t>
            </a:r>
            <a:endParaRPr b="0" lang="en-US" sz="2400" strike="noStrike" u="none">
              <a:solidFill>
                <a:srgbClr val="000000"/>
              </a:solidFill>
              <a:effectLst/>
              <a:uFillTx/>
              <a:latin typeface="OpenSymbol"/>
            </a:endParaRPr>
          </a:p>
        </p:txBody>
      </p:sp>
      <p:sp>
        <p:nvSpPr>
          <p:cNvPr id="487" name=""/>
          <p:cNvSpPr/>
          <p:nvPr/>
        </p:nvSpPr>
        <p:spPr>
          <a:xfrm>
            <a:off x="6810480" y="2133720"/>
            <a:ext cx="153324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494949"/>
                </a:solidFill>
                <a:effectLst/>
                <a:uFillTx/>
                <a:latin typeface="Fjalla One"/>
              </a:rPr>
              <a:t>Iterate</a:t>
            </a:r>
            <a:endParaRPr b="0" lang="en-US" sz="1800" strike="noStrike" u="none">
              <a:solidFill>
                <a:srgbClr val="000000"/>
              </a:solidFill>
              <a:effectLst/>
              <a:uFillTx/>
              <a:latin typeface="OpenSymbol"/>
            </a:endParaRPr>
          </a:p>
        </p:txBody>
      </p:sp>
      <p:sp>
        <p:nvSpPr>
          <p:cNvPr id="488" name=""/>
          <p:cNvSpPr/>
          <p:nvPr/>
        </p:nvSpPr>
        <p:spPr>
          <a:xfrm>
            <a:off x="6810480" y="2666880"/>
            <a:ext cx="1533240" cy="10663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Deploy small model updates and measure real-world metrics before scaling.</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algn="ctr" defTabSz="914400">
              <a:lnSpc>
                <a:spcPct val="100000"/>
              </a:lnSpc>
              <a:tabLst>
                <a:tab algn="l" pos="0"/>
              </a:tabLst>
            </a:pPr>
            <a:r>
              <a:rPr b="1" lang="en-US" sz="2400" strike="noStrike" u="none">
                <a:solidFill>
                  <a:srgbClr val="494949"/>
                </a:solidFill>
                <a:effectLst/>
                <a:uFillTx/>
                <a:latin typeface="Fjalla One"/>
              </a:rPr>
              <a:t>Data-First Wins</a:t>
            </a:r>
            <a:endParaRPr b="0" lang="en-US" sz="2400" strike="noStrike" u="none">
              <a:solidFill>
                <a:srgbClr val="000000"/>
              </a:solidFill>
              <a:effectLst/>
              <a:uFillTx/>
              <a:latin typeface="OpenSymbol"/>
            </a:endParaRPr>
          </a:p>
        </p:txBody>
      </p:sp>
      <p:sp>
        <p:nvSpPr>
          <p:cNvPr id="490" name=""/>
          <p:cNvSpPr/>
          <p:nvPr/>
        </p:nvSpPr>
        <p:spPr>
          <a:xfrm>
            <a:off x="476280" y="1238400"/>
            <a:ext cx="3904920" cy="209160"/>
          </a:xfrm>
          <a:prstGeom prst="rect">
            <a:avLst/>
          </a:prstGeom>
          <a:noFill/>
          <a:ln w="0">
            <a:noFill/>
          </a:ln>
        </p:spPr>
        <p:style>
          <a:lnRef idx="0"/>
          <a:fillRef idx="0"/>
          <a:effectRef idx="0"/>
          <a:fontRef idx="minor"/>
        </p:style>
        <p:txBody>
          <a:bodyPr anchor="t">
            <a:normAutofit fontScale="62500" lnSpcReduction="19999"/>
          </a:bodyPr>
          <a:p>
            <a:pPr defTabSz="914400">
              <a:lnSpc>
                <a:spcPct val="100000"/>
              </a:lnSpc>
              <a:tabLst>
                <a:tab algn="l" pos="0"/>
              </a:tabLst>
            </a:pPr>
            <a:r>
              <a:rPr b="1" lang="en-US" sz="1400" strike="noStrike" u="none">
                <a:solidFill>
                  <a:srgbClr val="494949"/>
                </a:solidFill>
                <a:effectLst/>
                <a:uFillTx/>
                <a:latin typeface="Barlow Semi Condensed"/>
              </a:rPr>
              <a:t>Compute-Heavy Route</a:t>
            </a:r>
            <a:endParaRPr b="0" lang="en-US" sz="1400" strike="noStrike" u="none">
              <a:solidFill>
                <a:srgbClr val="000000"/>
              </a:solidFill>
              <a:effectLst/>
              <a:uFillTx/>
              <a:latin typeface="OpenSymbol"/>
            </a:endParaRPr>
          </a:p>
        </p:txBody>
      </p:sp>
      <p:sp>
        <p:nvSpPr>
          <p:cNvPr id="491" name=""/>
          <p:cNvSpPr/>
          <p:nvPr/>
        </p:nvSpPr>
        <p:spPr>
          <a:xfrm>
            <a:off x="476280" y="1695600"/>
            <a:ext cx="3904920" cy="9140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Heavy GPU spend, AutoML, and new model architectures dominate the budget. This path often delivers quick, flashy demos, but the impact on production products tends to be limited and maintenance climbs over time.</a:t>
            </a:r>
            <a:endParaRPr b="0" lang="en-US" sz="1200" strike="noStrike" u="none">
              <a:solidFill>
                <a:srgbClr val="000000"/>
              </a:solidFill>
              <a:effectLst/>
              <a:uFillTx/>
              <a:latin typeface="OpenSymbol"/>
            </a:endParaRPr>
          </a:p>
        </p:txBody>
      </p:sp>
      <p:sp>
        <p:nvSpPr>
          <p:cNvPr id="492" name=""/>
          <p:cNvSpPr/>
          <p:nvPr/>
        </p:nvSpPr>
        <p:spPr>
          <a:xfrm>
            <a:off x="4762440" y="1238400"/>
            <a:ext cx="3904920" cy="209160"/>
          </a:xfrm>
          <a:prstGeom prst="rect">
            <a:avLst/>
          </a:prstGeom>
          <a:noFill/>
          <a:ln w="0">
            <a:noFill/>
          </a:ln>
        </p:spPr>
        <p:style>
          <a:lnRef idx="0"/>
          <a:fillRef idx="0"/>
          <a:effectRef idx="0"/>
          <a:fontRef idx="minor"/>
        </p:style>
        <p:txBody>
          <a:bodyPr anchor="t">
            <a:normAutofit fontScale="62500" lnSpcReduction="19999"/>
          </a:bodyPr>
          <a:p>
            <a:pPr defTabSz="914400">
              <a:lnSpc>
                <a:spcPct val="100000"/>
              </a:lnSpc>
              <a:tabLst>
                <a:tab algn="l" pos="0"/>
              </a:tabLst>
            </a:pPr>
            <a:r>
              <a:rPr b="1" lang="en-US" sz="1400" strike="noStrike" u="none">
                <a:solidFill>
                  <a:srgbClr val="494949"/>
                </a:solidFill>
                <a:effectLst/>
                <a:uFillTx/>
                <a:latin typeface="Barlow Semi Condensed"/>
              </a:rPr>
              <a:t>Data-Foundations Route</a:t>
            </a:r>
            <a:endParaRPr b="0" lang="en-US" sz="1400" strike="noStrike" u="none">
              <a:solidFill>
                <a:srgbClr val="000000"/>
              </a:solidFill>
              <a:effectLst/>
              <a:uFillTx/>
              <a:latin typeface="OpenSymbol"/>
            </a:endParaRPr>
          </a:p>
        </p:txBody>
      </p:sp>
      <p:sp>
        <p:nvSpPr>
          <p:cNvPr id="493" name=""/>
          <p:cNvSpPr/>
          <p:nvPr/>
        </p:nvSpPr>
        <p:spPr>
          <a:xfrm>
            <a:off x="4762440" y="1695600"/>
            <a:ext cx="3904920" cy="73296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0" lang="en-US" sz="1200" strike="noStrike" u="none">
                <a:solidFill>
                  <a:srgbClr val="494949"/>
                </a:solidFill>
                <a:effectLst/>
                <a:uFillTx/>
                <a:latin typeface="Barlow Semi Condensed"/>
              </a:rPr>
              <a:t>Funding data pipelines, labeling, tooling, and feedback loops builds a solid foundation. This approach yields measurable product improvements and lowers ongoing maintenance costs, even as initial demos take longer.</a:t>
            </a:r>
            <a:endParaRPr b="0" lang="en-US" sz="1200" strike="noStrike" u="none">
              <a:solidFill>
                <a:srgbClr val="000000"/>
              </a:solidFill>
              <a:effectLst/>
              <a:uFillTx/>
              <a:latin typeface="OpenSymbol"/>
            </a:endParaRPr>
          </a:p>
        </p:txBody>
      </p:sp>
      <p:sp>
        <p:nvSpPr>
          <p:cNvPr id="494" name=""/>
          <p:cNvSpPr/>
          <p:nvPr/>
        </p:nvSpPr>
        <p:spPr>
          <a:xfrm>
            <a:off x="476280" y="4229280"/>
            <a:ext cx="8191080" cy="180720"/>
          </a:xfrm>
          <a:prstGeom prst="rect">
            <a:avLst/>
          </a:prstGeom>
          <a:noFill/>
          <a:ln w="0">
            <a:noFill/>
          </a:ln>
        </p:spPr>
        <p:style>
          <a:lnRef idx="0"/>
          <a:fillRef idx="0"/>
          <a:effectRef idx="0"/>
          <a:fontRef idx="minor"/>
        </p:style>
        <p:txBody>
          <a:bodyPr anchor="t">
            <a:normAutofit fontScale="55000" lnSpcReduction="19999"/>
          </a:bodyPr>
          <a:p>
            <a:pPr defTabSz="914400">
              <a:lnSpc>
                <a:spcPct val="100000"/>
              </a:lnSpc>
              <a:tabLst>
                <a:tab algn="l" pos="0"/>
              </a:tabLst>
            </a:pPr>
            <a:r>
              <a:rPr b="0" lang="en-US" sz="1200" strike="noStrike" u="none">
                <a:solidFill>
                  <a:srgbClr val="494949"/>
                </a:solidFill>
                <a:effectLst/>
                <a:uFillTx/>
                <a:latin typeface="Barlow Semi Condensed"/>
              </a:rPr>
              <a:t>Data foundations unlock durable AI value beyond immediate showcases.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
          <p:cNvSpPr/>
          <p:nvPr/>
        </p:nvSpPr>
        <p:spPr>
          <a:xfrm>
            <a:off x="476280" y="1238400"/>
            <a:ext cx="8191080" cy="72360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96" name=""/>
          <p:cNvSpPr/>
          <p:nvPr/>
        </p:nvSpPr>
        <p:spPr>
          <a:xfrm>
            <a:off x="1000080" y="2095560"/>
            <a:ext cx="7133760" cy="72360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97" name=""/>
          <p:cNvSpPr/>
          <p:nvPr/>
        </p:nvSpPr>
        <p:spPr>
          <a:xfrm>
            <a:off x="1533600" y="2952720"/>
            <a:ext cx="6076440" cy="72360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98" name=""/>
          <p:cNvSpPr/>
          <p:nvPr/>
        </p:nvSpPr>
        <p:spPr>
          <a:xfrm>
            <a:off x="2057400" y="3809880"/>
            <a:ext cx="5019480" cy="72360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99" name=""/>
          <p:cNvSpPr/>
          <p:nvPr/>
        </p:nvSpPr>
        <p:spPr>
          <a:xfrm>
            <a:off x="476280" y="380880"/>
            <a:ext cx="81910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0" lang="en-US" sz="2600" strike="noStrike" u="none">
                <a:solidFill>
                  <a:srgbClr val="494949"/>
                </a:solidFill>
                <a:effectLst/>
                <a:uFillTx/>
                <a:latin typeface="Fjalla One"/>
              </a:rPr>
              <a:t>Data Funnel</a:t>
            </a:r>
            <a:endParaRPr b="0" lang="en-US" sz="2600" strike="noStrike" u="none">
              <a:solidFill>
                <a:srgbClr val="000000"/>
              </a:solidFill>
              <a:effectLst/>
              <a:uFillTx/>
              <a:latin typeface="OpenSymbol"/>
            </a:endParaRPr>
          </a:p>
        </p:txBody>
      </p:sp>
      <p:sp>
        <p:nvSpPr>
          <p:cNvPr id="500" name=""/>
          <p:cNvSpPr/>
          <p:nvPr/>
        </p:nvSpPr>
        <p:spPr>
          <a:xfrm>
            <a:off x="743040" y="1380960"/>
            <a:ext cx="4257360" cy="199800"/>
          </a:xfrm>
          <a:prstGeom prst="rect">
            <a:avLst/>
          </a:prstGeom>
          <a:noFill/>
          <a:ln w="0">
            <a:noFill/>
          </a:ln>
        </p:spPr>
        <p:style>
          <a:lnRef idx="0"/>
          <a:fillRef idx="0"/>
          <a:effectRef idx="0"/>
          <a:fontRef idx="minor"/>
        </p:style>
        <p:txBody>
          <a:bodyPr anchor="ctr">
            <a:normAutofit fontScale="62500" lnSpcReduction="19999"/>
          </a:bodyPr>
          <a:p>
            <a:pPr defTabSz="914400">
              <a:lnSpc>
                <a:spcPct val="100000"/>
              </a:lnSpc>
              <a:tabLst>
                <a:tab algn="l" pos="0"/>
              </a:tabLst>
            </a:pPr>
            <a:r>
              <a:rPr b="0" lang="en-US" sz="1300" strike="noStrike" u="none">
                <a:solidFill>
                  <a:srgbClr val="494949"/>
                </a:solidFill>
                <a:effectLst/>
                <a:uFillTx/>
                <a:latin typeface="Barlow Semi Condensed"/>
              </a:rPr>
              <a:t>1000000</a:t>
            </a:r>
            <a:endParaRPr b="0" lang="en-US" sz="1300" strike="noStrike" u="none">
              <a:solidFill>
                <a:srgbClr val="000000"/>
              </a:solidFill>
              <a:effectLst/>
              <a:uFillTx/>
              <a:latin typeface="OpenSymbol"/>
            </a:endParaRPr>
          </a:p>
        </p:txBody>
      </p:sp>
      <p:sp>
        <p:nvSpPr>
          <p:cNvPr id="501" name=""/>
          <p:cNvSpPr/>
          <p:nvPr/>
        </p:nvSpPr>
        <p:spPr>
          <a:xfrm>
            <a:off x="2343240" y="1266840"/>
            <a:ext cx="6057720" cy="399600"/>
          </a:xfrm>
          <a:prstGeom prst="rect">
            <a:avLst/>
          </a:prstGeom>
          <a:noFill/>
          <a:ln w="0">
            <a:noFill/>
          </a:ln>
        </p:spPr>
        <p:style>
          <a:lnRef idx="0"/>
          <a:fillRef idx="0"/>
          <a:effectRef idx="0"/>
          <a:fontRef idx="minor"/>
        </p:style>
        <p:txBody>
          <a:bodyPr anchor="ctr">
            <a:normAutofit fontScale="85000" lnSpcReduction="9999"/>
          </a:bodyPr>
          <a:p>
            <a:pPr defTabSz="914400">
              <a:lnSpc>
                <a:spcPct val="100000"/>
              </a:lnSpc>
              <a:tabLst>
                <a:tab algn="l" pos="0"/>
              </a:tabLst>
            </a:pPr>
            <a:r>
              <a:rPr b="0" lang="en-US" sz="2600" strike="noStrike" u="none">
                <a:solidFill>
                  <a:srgbClr val="494949"/>
                </a:solidFill>
                <a:effectLst/>
                <a:uFillTx/>
                <a:latin typeface="Fjalla One"/>
              </a:rPr>
              <a:t>All raw data</a:t>
            </a:r>
            <a:endParaRPr b="0" lang="en-US" sz="2600" strike="noStrike" u="none">
              <a:solidFill>
                <a:srgbClr val="000000"/>
              </a:solidFill>
              <a:effectLst/>
              <a:uFillTx/>
              <a:latin typeface="OpenSymbol"/>
            </a:endParaRPr>
          </a:p>
        </p:txBody>
      </p:sp>
      <p:sp>
        <p:nvSpPr>
          <p:cNvPr id="502" name=""/>
          <p:cNvSpPr/>
          <p:nvPr/>
        </p:nvSpPr>
        <p:spPr>
          <a:xfrm>
            <a:off x="1266840" y="2238480"/>
            <a:ext cx="3704760" cy="199800"/>
          </a:xfrm>
          <a:prstGeom prst="rect">
            <a:avLst/>
          </a:prstGeom>
          <a:noFill/>
          <a:ln w="0">
            <a:noFill/>
          </a:ln>
        </p:spPr>
        <p:style>
          <a:lnRef idx="0"/>
          <a:fillRef idx="0"/>
          <a:effectRef idx="0"/>
          <a:fontRef idx="minor"/>
        </p:style>
        <p:txBody>
          <a:bodyPr anchor="ctr">
            <a:normAutofit fontScale="62500" lnSpcReduction="19999"/>
          </a:bodyPr>
          <a:p>
            <a:pPr defTabSz="914400">
              <a:lnSpc>
                <a:spcPct val="100000"/>
              </a:lnSpc>
              <a:tabLst>
                <a:tab algn="l" pos="0"/>
              </a:tabLst>
            </a:pPr>
            <a:r>
              <a:rPr b="0" lang="en-US" sz="1300" strike="noStrike" u="none">
                <a:solidFill>
                  <a:srgbClr val="494949"/>
                </a:solidFill>
                <a:effectLst/>
                <a:uFillTx/>
                <a:latin typeface="Barlow Semi Condensed"/>
              </a:rPr>
              <a:t>250000</a:t>
            </a:r>
            <a:endParaRPr b="0" lang="en-US" sz="1300" strike="noStrike" u="none">
              <a:solidFill>
                <a:srgbClr val="000000"/>
              </a:solidFill>
              <a:effectLst/>
              <a:uFillTx/>
              <a:latin typeface="OpenSymbol"/>
            </a:endParaRPr>
          </a:p>
        </p:txBody>
      </p:sp>
      <p:sp>
        <p:nvSpPr>
          <p:cNvPr id="503" name=""/>
          <p:cNvSpPr/>
          <p:nvPr/>
        </p:nvSpPr>
        <p:spPr>
          <a:xfrm>
            <a:off x="2352600" y="2124000"/>
            <a:ext cx="5514480" cy="399600"/>
          </a:xfrm>
          <a:prstGeom prst="rect">
            <a:avLst/>
          </a:prstGeom>
          <a:noFill/>
          <a:ln w="0">
            <a:noFill/>
          </a:ln>
        </p:spPr>
        <p:style>
          <a:lnRef idx="0"/>
          <a:fillRef idx="0"/>
          <a:effectRef idx="0"/>
          <a:fontRef idx="minor"/>
        </p:style>
        <p:txBody>
          <a:bodyPr anchor="ctr">
            <a:normAutofit fontScale="85000" lnSpcReduction="9999"/>
          </a:bodyPr>
          <a:p>
            <a:pPr defTabSz="914400">
              <a:lnSpc>
                <a:spcPct val="100000"/>
              </a:lnSpc>
              <a:tabLst>
                <a:tab algn="l" pos="0"/>
              </a:tabLst>
            </a:pPr>
            <a:r>
              <a:rPr b="0" lang="en-US" sz="2600" strike="noStrike" u="none">
                <a:solidFill>
                  <a:srgbClr val="494949"/>
                </a:solidFill>
                <a:effectLst/>
                <a:uFillTx/>
                <a:latin typeface="Fjalla One"/>
              </a:rPr>
              <a:t>Instrumented production signals</a:t>
            </a:r>
            <a:endParaRPr b="0" lang="en-US" sz="2600" strike="noStrike" u="none">
              <a:solidFill>
                <a:srgbClr val="000000"/>
              </a:solidFill>
              <a:effectLst/>
              <a:uFillTx/>
              <a:latin typeface="OpenSymbol"/>
            </a:endParaRPr>
          </a:p>
        </p:txBody>
      </p:sp>
      <p:sp>
        <p:nvSpPr>
          <p:cNvPr id="504" name=""/>
          <p:cNvSpPr/>
          <p:nvPr/>
        </p:nvSpPr>
        <p:spPr>
          <a:xfrm>
            <a:off x="1800360" y="3095640"/>
            <a:ext cx="3152520" cy="199800"/>
          </a:xfrm>
          <a:prstGeom prst="rect">
            <a:avLst/>
          </a:prstGeom>
          <a:noFill/>
          <a:ln w="0">
            <a:noFill/>
          </a:ln>
        </p:spPr>
        <p:style>
          <a:lnRef idx="0"/>
          <a:fillRef idx="0"/>
          <a:effectRef idx="0"/>
          <a:fontRef idx="minor"/>
        </p:style>
        <p:txBody>
          <a:bodyPr anchor="ctr">
            <a:normAutofit fontScale="62500" lnSpcReduction="19999"/>
          </a:bodyPr>
          <a:p>
            <a:pPr defTabSz="914400">
              <a:lnSpc>
                <a:spcPct val="100000"/>
              </a:lnSpc>
              <a:tabLst>
                <a:tab algn="l" pos="0"/>
              </a:tabLst>
            </a:pPr>
            <a:r>
              <a:rPr b="0" lang="en-US" sz="1300" strike="noStrike" u="none">
                <a:solidFill>
                  <a:srgbClr val="494949"/>
                </a:solidFill>
                <a:effectLst/>
                <a:uFillTx/>
                <a:latin typeface="Barlow Semi Condensed"/>
              </a:rPr>
              <a:t>50000</a:t>
            </a:r>
            <a:endParaRPr b="0" lang="en-US" sz="1300" strike="noStrike" u="none">
              <a:solidFill>
                <a:srgbClr val="000000"/>
              </a:solidFill>
              <a:effectLst/>
              <a:uFillTx/>
              <a:latin typeface="OpenSymbol"/>
            </a:endParaRPr>
          </a:p>
        </p:txBody>
      </p:sp>
      <p:sp>
        <p:nvSpPr>
          <p:cNvPr id="505" name=""/>
          <p:cNvSpPr/>
          <p:nvPr/>
        </p:nvSpPr>
        <p:spPr>
          <a:xfrm>
            <a:off x="2514600" y="2981160"/>
            <a:ext cx="4828680" cy="399600"/>
          </a:xfrm>
          <a:prstGeom prst="rect">
            <a:avLst/>
          </a:prstGeom>
          <a:noFill/>
          <a:ln w="0">
            <a:noFill/>
          </a:ln>
        </p:spPr>
        <p:style>
          <a:lnRef idx="0"/>
          <a:fillRef idx="0"/>
          <a:effectRef idx="0"/>
          <a:fontRef idx="minor"/>
        </p:style>
        <p:txBody>
          <a:bodyPr anchor="ctr">
            <a:normAutofit fontScale="85000" lnSpcReduction="9999"/>
          </a:bodyPr>
          <a:p>
            <a:pPr defTabSz="914400">
              <a:lnSpc>
                <a:spcPct val="100000"/>
              </a:lnSpc>
              <a:tabLst>
                <a:tab algn="l" pos="0"/>
              </a:tabLst>
            </a:pPr>
            <a:r>
              <a:rPr b="0" lang="en-US" sz="2600" strike="noStrike" u="none">
                <a:solidFill>
                  <a:srgbClr val="494949"/>
                </a:solidFill>
                <a:effectLst/>
                <a:uFillTx/>
                <a:latin typeface="Fjalla One"/>
              </a:rPr>
              <a:t>Targeted user feedback</a:t>
            </a:r>
            <a:endParaRPr b="0" lang="en-US" sz="2600" strike="noStrike" u="none">
              <a:solidFill>
                <a:srgbClr val="000000"/>
              </a:solidFill>
              <a:effectLst/>
              <a:uFillTx/>
              <a:latin typeface="OpenSymbol"/>
            </a:endParaRPr>
          </a:p>
        </p:txBody>
      </p:sp>
      <p:sp>
        <p:nvSpPr>
          <p:cNvPr id="506" name=""/>
          <p:cNvSpPr/>
          <p:nvPr/>
        </p:nvSpPr>
        <p:spPr>
          <a:xfrm>
            <a:off x="2324160" y="3952800"/>
            <a:ext cx="2609640" cy="199800"/>
          </a:xfrm>
          <a:prstGeom prst="rect">
            <a:avLst/>
          </a:prstGeom>
          <a:noFill/>
          <a:ln w="0">
            <a:noFill/>
          </a:ln>
        </p:spPr>
        <p:style>
          <a:lnRef idx="0"/>
          <a:fillRef idx="0"/>
          <a:effectRef idx="0"/>
          <a:fontRef idx="minor"/>
        </p:style>
        <p:txBody>
          <a:bodyPr anchor="ctr">
            <a:normAutofit fontScale="62500" lnSpcReduction="19999"/>
          </a:bodyPr>
          <a:p>
            <a:pPr defTabSz="914400">
              <a:lnSpc>
                <a:spcPct val="100000"/>
              </a:lnSpc>
              <a:tabLst>
                <a:tab algn="l" pos="0"/>
              </a:tabLst>
            </a:pPr>
            <a:r>
              <a:rPr b="0" lang="en-US" sz="1300" strike="noStrike" u="none">
                <a:solidFill>
                  <a:srgbClr val="494949"/>
                </a:solidFill>
                <a:effectLst/>
                <a:uFillTx/>
                <a:latin typeface="Barlow Semi Condensed"/>
              </a:rPr>
              <a:t>2000</a:t>
            </a:r>
            <a:endParaRPr b="0" lang="en-US" sz="1300" strike="noStrike" u="none">
              <a:solidFill>
                <a:srgbClr val="000000"/>
              </a:solidFill>
              <a:effectLst/>
              <a:uFillTx/>
              <a:latin typeface="OpenSymbol"/>
            </a:endParaRPr>
          </a:p>
        </p:txBody>
      </p:sp>
      <p:sp>
        <p:nvSpPr>
          <p:cNvPr id="507" name=""/>
          <p:cNvSpPr/>
          <p:nvPr/>
        </p:nvSpPr>
        <p:spPr>
          <a:xfrm>
            <a:off x="2819520" y="3895560"/>
            <a:ext cx="4028760" cy="399600"/>
          </a:xfrm>
          <a:prstGeom prst="rect">
            <a:avLst/>
          </a:prstGeom>
          <a:noFill/>
          <a:ln w="0">
            <a:noFill/>
          </a:ln>
        </p:spPr>
        <p:style>
          <a:lnRef idx="0"/>
          <a:fillRef idx="0"/>
          <a:effectRef idx="0"/>
          <a:fontRef idx="minor"/>
        </p:style>
        <p:txBody>
          <a:bodyPr anchor="ctr">
            <a:normAutofit fontScale="85000" lnSpcReduction="9999"/>
          </a:bodyPr>
          <a:p>
            <a:pPr defTabSz="914400">
              <a:lnSpc>
                <a:spcPct val="100000"/>
              </a:lnSpc>
              <a:tabLst>
                <a:tab algn="l" pos="0"/>
              </a:tabLst>
            </a:pPr>
            <a:r>
              <a:rPr b="0" lang="en-US" sz="2600" strike="noStrike" u="none">
                <a:solidFill>
                  <a:srgbClr val="494949"/>
                </a:solidFill>
                <a:effectLst/>
                <a:uFillTx/>
                <a:latin typeface="Fjalla One"/>
              </a:rPr>
              <a:t>Expert-labeled data &amp; synthetic</a:t>
            </a:r>
            <a:endParaRPr b="0" lang="en-US" sz="2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
          <p:cNvSpPr/>
          <p:nvPr/>
        </p:nvSpPr>
        <p:spPr>
          <a:xfrm>
            <a:off x="476280" y="1866960"/>
            <a:ext cx="2495160" cy="280008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509" name=""/>
          <p:cNvSpPr/>
          <p:nvPr/>
        </p:nvSpPr>
        <p:spPr>
          <a:xfrm>
            <a:off x="3200400" y="1866960"/>
            <a:ext cx="2495160" cy="280008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510" name=""/>
          <p:cNvSpPr/>
          <p:nvPr/>
        </p:nvSpPr>
        <p:spPr>
          <a:xfrm>
            <a:off x="5924520" y="1866960"/>
            <a:ext cx="2495160" cy="280008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511" name=""/>
          <p:cNvSpPr/>
          <p:nvPr/>
        </p:nvSpPr>
        <p:spPr>
          <a:xfrm>
            <a:off x="476280" y="380880"/>
            <a:ext cx="438120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2400" strike="noStrike" u="none">
                <a:solidFill>
                  <a:srgbClr val="494949"/>
                </a:solidFill>
                <a:effectLst/>
                <a:uFillTx/>
                <a:latin typeface="Fjalla One"/>
              </a:rPr>
              <a:t>Data Yields ROI</a:t>
            </a:r>
            <a:endParaRPr b="0" lang="en-US" sz="2400" strike="noStrike" u="none">
              <a:solidFill>
                <a:srgbClr val="000000"/>
              </a:solidFill>
              <a:effectLst/>
              <a:uFillTx/>
              <a:latin typeface="OpenSymbol"/>
            </a:endParaRPr>
          </a:p>
        </p:txBody>
      </p:sp>
      <p:sp>
        <p:nvSpPr>
          <p:cNvPr id="512" name=""/>
          <p:cNvSpPr/>
          <p:nvPr/>
        </p:nvSpPr>
        <p:spPr>
          <a:xfrm>
            <a:off x="5334120" y="419040"/>
            <a:ext cx="3333240" cy="8568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494949"/>
                </a:solidFill>
                <a:effectLst/>
                <a:uFillTx/>
                <a:latin typeface="Barlow Semi Condensed"/>
              </a:rPr>
              <a:t>Allocating data-focused investments drives concrete business gains: stronger conversions, lower operating costs, and reduced churn.</a:t>
            </a:r>
            <a:endParaRPr b="0" lang="en-US" sz="1400" strike="noStrike" u="none">
              <a:solidFill>
                <a:srgbClr val="000000"/>
              </a:solidFill>
              <a:effectLst/>
              <a:uFillTx/>
              <a:latin typeface="OpenSymbol"/>
            </a:endParaRPr>
          </a:p>
        </p:txBody>
      </p:sp>
      <p:sp>
        <p:nvSpPr>
          <p:cNvPr id="513" name=""/>
          <p:cNvSpPr/>
          <p:nvPr/>
        </p:nvSpPr>
        <p:spPr>
          <a:xfrm>
            <a:off x="666720" y="2057400"/>
            <a:ext cx="2114280" cy="73296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0" lang="en-US" sz="4800" strike="noStrike" u="none">
                <a:solidFill>
                  <a:srgbClr val="494949"/>
                </a:solidFill>
                <a:effectLst/>
                <a:uFillTx/>
                <a:latin typeface="Fjalla One"/>
              </a:rPr>
              <a:t>+12%</a:t>
            </a:r>
            <a:endParaRPr b="0" lang="en-US" sz="4800" strike="noStrike" u="none">
              <a:solidFill>
                <a:srgbClr val="000000"/>
              </a:solidFill>
              <a:effectLst/>
              <a:uFillTx/>
              <a:latin typeface="OpenSymbol"/>
            </a:endParaRPr>
          </a:p>
        </p:txBody>
      </p:sp>
      <p:sp>
        <p:nvSpPr>
          <p:cNvPr id="514" name=""/>
          <p:cNvSpPr/>
          <p:nvPr/>
        </p:nvSpPr>
        <p:spPr>
          <a:xfrm>
            <a:off x="666720" y="2933640"/>
            <a:ext cx="2114280" cy="209160"/>
          </a:xfrm>
          <a:prstGeom prst="rect">
            <a:avLst/>
          </a:prstGeom>
          <a:noFill/>
          <a:ln w="0">
            <a:noFill/>
          </a:ln>
        </p:spPr>
        <p:style>
          <a:lnRef idx="0"/>
          <a:fillRef idx="0"/>
          <a:effectRef idx="0"/>
          <a:fontRef idx="minor"/>
        </p:style>
        <p:txBody>
          <a:bodyPr anchor="t">
            <a:normAutofit fontScale="62500" lnSpcReduction="19999"/>
          </a:bodyPr>
          <a:p>
            <a:pPr defTabSz="914400">
              <a:lnSpc>
                <a:spcPct val="100000"/>
              </a:lnSpc>
              <a:tabLst>
                <a:tab algn="l" pos="0"/>
              </a:tabLst>
            </a:pPr>
            <a:r>
              <a:rPr b="0" lang="en-US" sz="1400" strike="noStrike" u="none">
                <a:solidFill>
                  <a:srgbClr val="494949"/>
                </a:solidFill>
                <a:effectLst/>
                <a:uFillTx/>
                <a:latin typeface="Barlow Semi Condensed"/>
              </a:rPr>
              <a:t>CTR uplift</a:t>
            </a:r>
            <a:endParaRPr b="0" lang="en-US" sz="1400" strike="noStrike" u="none">
              <a:solidFill>
                <a:srgbClr val="000000"/>
              </a:solidFill>
              <a:effectLst/>
              <a:uFillTx/>
              <a:latin typeface="OpenSymbol"/>
            </a:endParaRPr>
          </a:p>
        </p:txBody>
      </p:sp>
      <p:sp>
        <p:nvSpPr>
          <p:cNvPr id="515" name=""/>
          <p:cNvSpPr/>
          <p:nvPr/>
        </p:nvSpPr>
        <p:spPr>
          <a:xfrm>
            <a:off x="666720" y="3390840"/>
            <a:ext cx="21142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1200" strike="noStrike" u="none">
                <a:solidFill>
                  <a:srgbClr val="494949"/>
                </a:solidFill>
                <a:effectLst/>
                <a:uFillTx/>
                <a:latin typeface="Barlow Semi Condensed"/>
              </a:rPr>
              <a:t>Pilot: training data boost for recommender; 6 weeks.</a:t>
            </a:r>
            <a:endParaRPr b="0" lang="en-US" sz="1200" strike="noStrike" u="none">
              <a:solidFill>
                <a:srgbClr val="000000"/>
              </a:solidFill>
              <a:effectLst/>
              <a:uFillTx/>
              <a:latin typeface="OpenSymbol"/>
            </a:endParaRPr>
          </a:p>
        </p:txBody>
      </p:sp>
      <p:sp>
        <p:nvSpPr>
          <p:cNvPr id="516" name=""/>
          <p:cNvSpPr/>
          <p:nvPr/>
        </p:nvSpPr>
        <p:spPr>
          <a:xfrm>
            <a:off x="3390840" y="2057400"/>
            <a:ext cx="2114280" cy="73296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0" lang="en-US" sz="4800" strike="noStrike" u="none">
                <a:solidFill>
                  <a:srgbClr val="494949"/>
                </a:solidFill>
                <a:effectLst/>
                <a:uFillTx/>
                <a:latin typeface="Fjalla One"/>
              </a:rPr>
              <a:t>-45%</a:t>
            </a:r>
            <a:endParaRPr b="0" lang="en-US" sz="4800" strike="noStrike" u="none">
              <a:solidFill>
                <a:srgbClr val="000000"/>
              </a:solidFill>
              <a:effectLst/>
              <a:uFillTx/>
              <a:latin typeface="OpenSymbol"/>
            </a:endParaRPr>
          </a:p>
        </p:txBody>
      </p:sp>
      <p:sp>
        <p:nvSpPr>
          <p:cNvPr id="517" name=""/>
          <p:cNvSpPr/>
          <p:nvPr/>
        </p:nvSpPr>
        <p:spPr>
          <a:xfrm>
            <a:off x="3390840" y="2933640"/>
            <a:ext cx="2114280" cy="209160"/>
          </a:xfrm>
          <a:prstGeom prst="rect">
            <a:avLst/>
          </a:prstGeom>
          <a:noFill/>
          <a:ln w="0">
            <a:noFill/>
          </a:ln>
        </p:spPr>
        <p:style>
          <a:lnRef idx="0"/>
          <a:fillRef idx="0"/>
          <a:effectRef idx="0"/>
          <a:fontRef idx="minor"/>
        </p:style>
        <p:txBody>
          <a:bodyPr anchor="t">
            <a:normAutofit fontScale="62500" lnSpcReduction="19999"/>
          </a:bodyPr>
          <a:p>
            <a:pPr defTabSz="914400">
              <a:lnSpc>
                <a:spcPct val="100000"/>
              </a:lnSpc>
              <a:tabLst>
                <a:tab algn="l" pos="0"/>
              </a:tabLst>
            </a:pPr>
            <a:r>
              <a:rPr b="0" lang="en-US" sz="1400" strike="noStrike" u="none">
                <a:solidFill>
                  <a:srgbClr val="494949"/>
                </a:solidFill>
                <a:effectLst/>
                <a:uFillTx/>
                <a:latin typeface="Barlow Semi Condensed"/>
              </a:rPr>
              <a:t>Manual review time</a:t>
            </a:r>
            <a:endParaRPr b="0" lang="en-US" sz="1400" strike="noStrike" u="none">
              <a:solidFill>
                <a:srgbClr val="000000"/>
              </a:solidFill>
              <a:effectLst/>
              <a:uFillTx/>
              <a:latin typeface="OpenSymbol"/>
            </a:endParaRPr>
          </a:p>
        </p:txBody>
      </p:sp>
      <p:sp>
        <p:nvSpPr>
          <p:cNvPr id="518" name=""/>
          <p:cNvSpPr/>
          <p:nvPr/>
        </p:nvSpPr>
        <p:spPr>
          <a:xfrm>
            <a:off x="3390840" y="3390840"/>
            <a:ext cx="2114280" cy="5522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25k curated examples cut toil; saves about $120k/year in labor.</a:t>
            </a:r>
            <a:endParaRPr b="0" lang="en-US" sz="1200" strike="noStrike" u="none">
              <a:solidFill>
                <a:srgbClr val="000000"/>
              </a:solidFill>
              <a:effectLst/>
              <a:uFillTx/>
              <a:latin typeface="OpenSymbol"/>
            </a:endParaRPr>
          </a:p>
        </p:txBody>
      </p:sp>
      <p:sp>
        <p:nvSpPr>
          <p:cNvPr id="519" name=""/>
          <p:cNvSpPr/>
          <p:nvPr/>
        </p:nvSpPr>
        <p:spPr>
          <a:xfrm>
            <a:off x="6114960" y="2057400"/>
            <a:ext cx="2114280" cy="73296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0" lang="en-US" sz="4800" strike="noStrike" u="none">
                <a:solidFill>
                  <a:srgbClr val="494949"/>
                </a:solidFill>
                <a:effectLst/>
                <a:uFillTx/>
                <a:latin typeface="Fjalla One"/>
              </a:rPr>
              <a:t>-30%</a:t>
            </a:r>
            <a:endParaRPr b="0" lang="en-US" sz="4800" strike="noStrike" u="none">
              <a:solidFill>
                <a:srgbClr val="000000"/>
              </a:solidFill>
              <a:effectLst/>
              <a:uFillTx/>
              <a:latin typeface="OpenSymbol"/>
            </a:endParaRPr>
          </a:p>
        </p:txBody>
      </p:sp>
      <p:sp>
        <p:nvSpPr>
          <p:cNvPr id="520" name=""/>
          <p:cNvSpPr/>
          <p:nvPr/>
        </p:nvSpPr>
        <p:spPr>
          <a:xfrm>
            <a:off x="6114960" y="2933640"/>
            <a:ext cx="2114280" cy="209160"/>
          </a:xfrm>
          <a:prstGeom prst="rect">
            <a:avLst/>
          </a:prstGeom>
          <a:noFill/>
          <a:ln w="0">
            <a:noFill/>
          </a:ln>
        </p:spPr>
        <p:style>
          <a:lnRef idx="0"/>
          <a:fillRef idx="0"/>
          <a:effectRef idx="0"/>
          <a:fontRef idx="minor"/>
        </p:style>
        <p:txBody>
          <a:bodyPr anchor="t">
            <a:normAutofit fontScale="62500" lnSpcReduction="19999"/>
          </a:bodyPr>
          <a:p>
            <a:pPr defTabSz="914400">
              <a:lnSpc>
                <a:spcPct val="100000"/>
              </a:lnSpc>
              <a:tabLst>
                <a:tab algn="l" pos="0"/>
              </a:tabLst>
            </a:pPr>
            <a:r>
              <a:rPr b="0" lang="en-US" sz="1400" strike="noStrike" u="none">
                <a:solidFill>
                  <a:srgbClr val="494949"/>
                </a:solidFill>
                <a:effectLst/>
                <a:uFillTx/>
                <a:latin typeface="Barlow Semi Condensed"/>
              </a:rPr>
              <a:t>Fraud false positives</a:t>
            </a:r>
            <a:endParaRPr b="0" lang="en-US" sz="1400" strike="noStrike" u="none">
              <a:solidFill>
                <a:srgbClr val="000000"/>
              </a:solidFill>
              <a:effectLst/>
              <a:uFillTx/>
              <a:latin typeface="OpenSymbol"/>
            </a:endParaRPr>
          </a:p>
        </p:txBody>
      </p:sp>
      <p:sp>
        <p:nvSpPr>
          <p:cNvPr id="521" name=""/>
          <p:cNvSpPr/>
          <p:nvPr/>
        </p:nvSpPr>
        <p:spPr>
          <a:xfrm>
            <a:off x="6114960" y="3390840"/>
            <a:ext cx="21142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1200" strike="noStrike" u="none">
                <a:solidFill>
                  <a:srgbClr val="494949"/>
                </a:solidFill>
                <a:effectLst/>
                <a:uFillTx/>
                <a:latin typeface="Barlow Semi Condensed"/>
              </a:rPr>
              <a:t>Targeted data collection lowers false positives, reducing churn.</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
          <p:cNvSpPr/>
          <p:nvPr/>
        </p:nvSpPr>
        <p:spPr>
          <a:xfrm>
            <a:off x="3610080" y="628560"/>
            <a:ext cx="9000" cy="3885840"/>
          </a:xfrm>
          <a:prstGeom prst="roundRect">
            <a:avLst>
              <a:gd name="adj" fmla="val 16667"/>
            </a:avLst>
          </a:prstGeom>
          <a:solidFill>
            <a:srgbClr val="9e9e9e"/>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23" name=""/>
          <p:cNvSpPr/>
          <p:nvPr/>
        </p:nvSpPr>
        <p:spPr>
          <a:xfrm>
            <a:off x="3143160" y="324000"/>
            <a:ext cx="952200" cy="30456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524" name=""/>
          <p:cNvSpPr/>
          <p:nvPr/>
        </p:nvSpPr>
        <p:spPr>
          <a:xfrm>
            <a:off x="3143160" y="4514760"/>
            <a:ext cx="952200" cy="30456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525" name=""/>
          <p:cNvSpPr/>
          <p:nvPr/>
        </p:nvSpPr>
        <p:spPr>
          <a:xfrm>
            <a:off x="3610080" y="1171440"/>
            <a:ext cx="561600" cy="9000"/>
          </a:xfrm>
          <a:prstGeom prst="rect">
            <a:avLst/>
          </a:prstGeom>
          <a:solidFill>
            <a:srgbClr val="9e9e9e"/>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26" name=""/>
          <p:cNvSpPr/>
          <p:nvPr/>
        </p:nvSpPr>
        <p:spPr>
          <a:xfrm rot="5400000">
            <a:off x="4172040" y="1133640"/>
            <a:ext cx="75960" cy="75960"/>
          </a:xfrm>
          <a:prstGeom prst="triangle">
            <a:avLst>
              <a:gd name="adj" fmla="val 50000"/>
            </a:avLst>
          </a:prstGeom>
          <a:solidFill>
            <a:srgbClr val="9e9e9e"/>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27" name=""/>
          <p:cNvSpPr/>
          <p:nvPr/>
        </p:nvSpPr>
        <p:spPr>
          <a:xfrm>
            <a:off x="3610080" y="2562120"/>
            <a:ext cx="561600" cy="9000"/>
          </a:xfrm>
          <a:prstGeom prst="rect">
            <a:avLst/>
          </a:prstGeom>
          <a:solidFill>
            <a:srgbClr val="9e9e9e"/>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28" name=""/>
          <p:cNvSpPr/>
          <p:nvPr/>
        </p:nvSpPr>
        <p:spPr>
          <a:xfrm rot="5400000">
            <a:off x="4172040" y="2523960"/>
            <a:ext cx="75960" cy="75960"/>
          </a:xfrm>
          <a:prstGeom prst="triangle">
            <a:avLst>
              <a:gd name="adj" fmla="val 50000"/>
            </a:avLst>
          </a:prstGeom>
          <a:solidFill>
            <a:srgbClr val="9e9e9e"/>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29" name=""/>
          <p:cNvSpPr/>
          <p:nvPr/>
        </p:nvSpPr>
        <p:spPr>
          <a:xfrm>
            <a:off x="3610080" y="3952800"/>
            <a:ext cx="561600" cy="9000"/>
          </a:xfrm>
          <a:prstGeom prst="rect">
            <a:avLst/>
          </a:prstGeom>
          <a:solidFill>
            <a:srgbClr val="9e9e9e"/>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30" name=""/>
          <p:cNvSpPr/>
          <p:nvPr/>
        </p:nvSpPr>
        <p:spPr>
          <a:xfrm rot="5400000">
            <a:off x="4172040" y="3914640"/>
            <a:ext cx="75960" cy="75960"/>
          </a:xfrm>
          <a:prstGeom prst="triangle">
            <a:avLst>
              <a:gd name="adj" fmla="val 50000"/>
            </a:avLst>
          </a:prstGeom>
          <a:solidFill>
            <a:srgbClr val="9e9e9e"/>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31" name=""/>
          <p:cNvSpPr/>
          <p:nvPr/>
        </p:nvSpPr>
        <p:spPr>
          <a:xfrm>
            <a:off x="476280" y="324000"/>
            <a:ext cx="2285640" cy="79020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0" lang="en-US" sz="2600" strike="noStrike" u="none">
                <a:solidFill>
                  <a:srgbClr val="494949"/>
                </a:solidFill>
                <a:effectLst/>
                <a:uFillTx/>
                <a:latin typeface="Fjalla One"/>
              </a:rPr>
              <a:t>Roadmap &amp; Governance</a:t>
            </a:r>
            <a:endParaRPr b="0" lang="en-US" sz="2600" strike="noStrike" u="none">
              <a:solidFill>
                <a:srgbClr val="000000"/>
              </a:solidFill>
              <a:effectLst/>
              <a:uFillTx/>
              <a:latin typeface="OpenSymbol"/>
            </a:endParaRPr>
          </a:p>
        </p:txBody>
      </p:sp>
      <p:sp>
        <p:nvSpPr>
          <p:cNvPr id="532" name=""/>
          <p:cNvSpPr/>
          <p:nvPr/>
        </p:nvSpPr>
        <p:spPr>
          <a:xfrm>
            <a:off x="4476600" y="885960"/>
            <a:ext cx="1523520" cy="209160"/>
          </a:xfrm>
          <a:prstGeom prst="rect">
            <a:avLst/>
          </a:prstGeom>
          <a:noFill/>
          <a:ln w="0">
            <a:noFill/>
          </a:ln>
        </p:spPr>
        <p:style>
          <a:lnRef idx="0"/>
          <a:fillRef idx="0"/>
          <a:effectRef idx="0"/>
          <a:fontRef idx="minor"/>
        </p:style>
        <p:txBody>
          <a:bodyPr anchor="ctr">
            <a:normAutofit fontScale="62500" lnSpcReduction="19999"/>
          </a:bodyPr>
          <a:p>
            <a:pPr defTabSz="914400">
              <a:lnSpc>
                <a:spcPct val="100000"/>
              </a:lnSpc>
              <a:tabLst>
                <a:tab algn="l" pos="0"/>
              </a:tabLst>
            </a:pPr>
            <a:r>
              <a:rPr b="0" lang="en-US" sz="1400" strike="noStrike" u="none">
                <a:solidFill>
                  <a:srgbClr val="494949"/>
                </a:solidFill>
                <a:effectLst/>
                <a:uFillTx/>
                <a:latin typeface="Fjalla One"/>
              </a:rPr>
              <a:t>30 Days</a:t>
            </a:r>
            <a:endParaRPr b="0" lang="en-US" sz="1400" strike="noStrike" u="none">
              <a:solidFill>
                <a:srgbClr val="000000"/>
              </a:solidFill>
              <a:effectLst/>
              <a:uFillTx/>
              <a:latin typeface="OpenSymbol"/>
            </a:endParaRPr>
          </a:p>
        </p:txBody>
      </p:sp>
      <p:sp>
        <p:nvSpPr>
          <p:cNvPr id="533" name=""/>
          <p:cNvSpPr/>
          <p:nvPr/>
        </p:nvSpPr>
        <p:spPr>
          <a:xfrm>
            <a:off x="6191280" y="714240"/>
            <a:ext cx="2476080" cy="361440"/>
          </a:xfrm>
          <a:prstGeom prst="rect">
            <a:avLst/>
          </a:prstGeom>
          <a:noFill/>
          <a:ln w="0">
            <a:noFill/>
          </a:ln>
        </p:spPr>
        <p:style>
          <a:lnRef idx="0"/>
          <a:fillRef idx="0"/>
          <a:effectRef idx="0"/>
          <a:fontRef idx="minor"/>
        </p:style>
        <p:txBody>
          <a:bodyPr anchor="ctr">
            <a:normAutofit fontScale="85000" lnSpcReduction="19999"/>
          </a:bodyPr>
          <a:p>
            <a:pPr defTabSz="914400">
              <a:lnSpc>
                <a:spcPct val="100000"/>
              </a:lnSpc>
              <a:tabLst>
                <a:tab algn="l" pos="0"/>
              </a:tabLst>
            </a:pPr>
            <a:r>
              <a:rPr b="0" lang="en-US" sz="1200" strike="noStrike" u="none">
                <a:solidFill>
                  <a:srgbClr val="494949"/>
                </a:solidFill>
                <a:effectLst/>
                <a:uFillTx/>
                <a:latin typeface="Barlow Semi Condensed"/>
              </a:rPr>
              <a:t>Run a data audit and define 3 high-impact gap areas.</a:t>
            </a:r>
            <a:endParaRPr b="0" lang="en-US" sz="1200" strike="noStrike" u="none">
              <a:solidFill>
                <a:srgbClr val="000000"/>
              </a:solidFill>
              <a:effectLst/>
              <a:uFillTx/>
              <a:latin typeface="OpenSymbol"/>
            </a:endParaRPr>
          </a:p>
        </p:txBody>
      </p:sp>
      <p:sp>
        <p:nvSpPr>
          <p:cNvPr id="534" name=""/>
          <p:cNvSpPr/>
          <p:nvPr/>
        </p:nvSpPr>
        <p:spPr>
          <a:xfrm>
            <a:off x="4476600" y="2276640"/>
            <a:ext cx="1523520" cy="209160"/>
          </a:xfrm>
          <a:prstGeom prst="rect">
            <a:avLst/>
          </a:prstGeom>
          <a:noFill/>
          <a:ln w="0">
            <a:noFill/>
          </a:ln>
        </p:spPr>
        <p:style>
          <a:lnRef idx="0"/>
          <a:fillRef idx="0"/>
          <a:effectRef idx="0"/>
          <a:fontRef idx="minor"/>
        </p:style>
        <p:txBody>
          <a:bodyPr anchor="ctr">
            <a:normAutofit fontScale="62500" lnSpcReduction="19999"/>
          </a:bodyPr>
          <a:p>
            <a:pPr defTabSz="914400">
              <a:lnSpc>
                <a:spcPct val="100000"/>
              </a:lnSpc>
              <a:tabLst>
                <a:tab algn="l" pos="0"/>
              </a:tabLst>
            </a:pPr>
            <a:r>
              <a:rPr b="0" lang="en-US" sz="1400" strike="noStrike" u="none">
                <a:solidFill>
                  <a:srgbClr val="494949"/>
                </a:solidFill>
                <a:effectLst/>
                <a:uFillTx/>
                <a:latin typeface="Fjalla One"/>
              </a:rPr>
              <a:t>90 Days</a:t>
            </a:r>
            <a:endParaRPr b="0" lang="en-US" sz="1400" strike="noStrike" u="none">
              <a:solidFill>
                <a:srgbClr val="000000"/>
              </a:solidFill>
              <a:effectLst/>
              <a:uFillTx/>
              <a:latin typeface="OpenSymbol"/>
            </a:endParaRPr>
          </a:p>
        </p:txBody>
      </p:sp>
      <p:sp>
        <p:nvSpPr>
          <p:cNvPr id="535" name=""/>
          <p:cNvSpPr/>
          <p:nvPr/>
        </p:nvSpPr>
        <p:spPr>
          <a:xfrm>
            <a:off x="6191280" y="2104920"/>
            <a:ext cx="2476080" cy="552240"/>
          </a:xfrm>
          <a:prstGeom prst="rect">
            <a:avLst/>
          </a:prstGeom>
          <a:noFill/>
          <a:ln w="0">
            <a:noFill/>
          </a:ln>
        </p:spPr>
        <p:style>
          <a:lnRef idx="0"/>
          <a:fillRef idx="0"/>
          <a:effectRef idx="0"/>
          <a:fontRef idx="minor"/>
        </p:style>
        <p:txBody>
          <a:bodyPr anchor="ctr">
            <a:normAutofit fontScale="92500" lnSpcReduction="9999"/>
          </a:bodyPr>
          <a:p>
            <a:pPr defTabSz="914400">
              <a:lnSpc>
                <a:spcPct val="100000"/>
              </a:lnSpc>
              <a:tabLst>
                <a:tab algn="l" pos="0"/>
              </a:tabLst>
            </a:pPr>
            <a:r>
              <a:rPr b="0" lang="en-US" sz="1200" strike="noStrike" u="none">
                <a:solidFill>
                  <a:srgbClr val="494949"/>
                </a:solidFill>
                <a:effectLst/>
                <a:uFillTx/>
                <a:latin typeface="Barlow Semi Condensed"/>
              </a:rPr>
              <a:t>Complete prioritized labeling/collection work and deploy model updates for two A/B tests.</a:t>
            </a:r>
            <a:endParaRPr b="0" lang="en-US" sz="1200" strike="noStrike" u="none">
              <a:solidFill>
                <a:srgbClr val="000000"/>
              </a:solidFill>
              <a:effectLst/>
              <a:uFillTx/>
              <a:latin typeface="OpenSymbol"/>
            </a:endParaRPr>
          </a:p>
        </p:txBody>
      </p:sp>
      <p:sp>
        <p:nvSpPr>
          <p:cNvPr id="536" name=""/>
          <p:cNvSpPr/>
          <p:nvPr/>
        </p:nvSpPr>
        <p:spPr>
          <a:xfrm>
            <a:off x="4476600" y="3666960"/>
            <a:ext cx="1523520" cy="209160"/>
          </a:xfrm>
          <a:prstGeom prst="rect">
            <a:avLst/>
          </a:prstGeom>
          <a:noFill/>
          <a:ln w="0">
            <a:noFill/>
          </a:ln>
        </p:spPr>
        <p:style>
          <a:lnRef idx="0"/>
          <a:fillRef idx="0"/>
          <a:effectRef idx="0"/>
          <a:fontRef idx="minor"/>
        </p:style>
        <p:txBody>
          <a:bodyPr anchor="ctr">
            <a:normAutofit fontScale="62500" lnSpcReduction="19999"/>
          </a:bodyPr>
          <a:p>
            <a:pPr defTabSz="914400">
              <a:lnSpc>
                <a:spcPct val="100000"/>
              </a:lnSpc>
              <a:tabLst>
                <a:tab algn="l" pos="0"/>
              </a:tabLst>
            </a:pPr>
            <a:r>
              <a:rPr b="0" lang="en-US" sz="1400" strike="noStrike" u="none">
                <a:solidFill>
                  <a:srgbClr val="494949"/>
                </a:solidFill>
                <a:effectLst/>
                <a:uFillTx/>
                <a:latin typeface="Fjalla One"/>
              </a:rPr>
              <a:t>6 Months</a:t>
            </a:r>
            <a:endParaRPr b="0" lang="en-US" sz="1400" strike="noStrike" u="none">
              <a:solidFill>
                <a:srgbClr val="000000"/>
              </a:solidFill>
              <a:effectLst/>
              <a:uFillTx/>
              <a:latin typeface="OpenSymbol"/>
            </a:endParaRPr>
          </a:p>
        </p:txBody>
      </p:sp>
      <p:sp>
        <p:nvSpPr>
          <p:cNvPr id="537" name=""/>
          <p:cNvSpPr/>
          <p:nvPr/>
        </p:nvSpPr>
        <p:spPr>
          <a:xfrm>
            <a:off x="6191280" y="3495600"/>
            <a:ext cx="2476080" cy="9140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494949"/>
                </a:solidFill>
                <a:effectLst/>
                <a:uFillTx/>
                <a:latin typeface="Barlow Semi Condensed"/>
              </a:rPr>
              <a:t>Build a continuous data pipeline with instrumentation, alerts, and a data product owner responsible for quality KPIs (coverage, noise rate, latency).</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38" name="Google Shape;2218;p40"/>
          <p:cNvGrpSpPr/>
          <p:nvPr/>
        </p:nvGrpSpPr>
        <p:grpSpPr>
          <a:xfrm>
            <a:off x="3732480" y="527040"/>
            <a:ext cx="1678680" cy="1678680"/>
            <a:chOff x="3732480" y="527040"/>
            <a:chExt cx="1678680" cy="1678680"/>
          </a:xfrm>
        </p:grpSpPr>
        <p:sp>
          <p:nvSpPr>
            <p:cNvPr id="539"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0"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41" name="Google Shape;2221;p40"/>
          <p:cNvGrpSpPr/>
          <p:nvPr/>
        </p:nvGrpSpPr>
        <p:grpSpPr>
          <a:xfrm>
            <a:off x="4276440" y="1071000"/>
            <a:ext cx="591120" cy="590400"/>
            <a:chOff x="4276440" y="1071000"/>
            <a:chExt cx="591120" cy="590400"/>
          </a:xfrm>
        </p:grpSpPr>
        <p:sp>
          <p:nvSpPr>
            <p:cNvPr id="542"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3"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fillRef idx="0"/>
            <a:effectRef idx="0"/>
            <a:fontRef idx="minor"/>
          </p:style>
          <p:txBody>
            <a:bodyPr tIns="78480" bIns="78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4"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5"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6"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7"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fillRef idx="0"/>
            <a:effectRef idx="0"/>
            <a:fontRef idx="minor"/>
          </p:style>
          <p:txBody>
            <a:bodyPr tIns="32040" bIns="32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8"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fillRef idx="0"/>
            <a:effectRef idx="0"/>
            <a:fontRef idx="minor"/>
          </p:style>
          <p:txBody>
            <a:bodyPr tIns="34200" bIns="34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9"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fillRef idx="0"/>
            <a:effectRef idx="0"/>
            <a:fontRef idx="minor"/>
          </p:style>
          <p:txBody>
            <a:bodyPr tIns="19080" bIns="19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0"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1"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fillRef idx="0"/>
            <a:effectRef idx="0"/>
            <a:fontRef idx="minor"/>
          </p:style>
          <p:txBody>
            <a:bodyPr tIns="41400" bIns="41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552" name=""/>
          <p:cNvSpPr/>
          <p:nvPr/>
        </p:nvSpPr>
        <p:spPr>
          <a:xfrm>
            <a:off x="1790640" y="2476440"/>
            <a:ext cx="5552640" cy="352080"/>
          </a:xfrm>
          <a:prstGeom prst="rect">
            <a:avLst/>
          </a:prstGeom>
          <a:noFill/>
          <a:ln w="0">
            <a:noFill/>
          </a:ln>
        </p:spPr>
        <p:style>
          <a:lnRef idx="0"/>
          <a:fillRef idx="0"/>
          <a:effectRef idx="0"/>
          <a:fontRef idx="minor"/>
        </p:style>
        <p:txBody>
          <a:bodyPr anchor="t">
            <a:normAutofit fontScale="70000" lnSpcReduction="19999"/>
          </a:bodyPr>
          <a:p>
            <a:pPr algn="ctr" defTabSz="914400">
              <a:lnSpc>
                <a:spcPct val="100000"/>
              </a:lnSpc>
              <a:tabLst>
                <a:tab algn="l" pos="0"/>
              </a:tabLst>
            </a:pPr>
            <a:r>
              <a:rPr b="0" lang="en-US" sz="2800" strike="noStrike" u="none">
                <a:solidFill>
                  <a:srgbClr val="494949"/>
                </a:solidFill>
                <a:effectLst/>
                <a:uFillTx/>
                <a:latin typeface="Fjalla One"/>
              </a:rPr>
              <a:t>Data as Product</a:t>
            </a:r>
            <a:endParaRPr b="0" lang="en-US" sz="2800" strike="noStrike" u="none">
              <a:solidFill>
                <a:srgbClr val="000000"/>
              </a:solidFill>
              <a:effectLst/>
              <a:uFillTx/>
              <a:latin typeface="OpenSymbol"/>
            </a:endParaRPr>
          </a:p>
        </p:txBody>
      </p:sp>
      <p:sp>
        <p:nvSpPr>
          <p:cNvPr id="553" name=""/>
          <p:cNvSpPr/>
          <p:nvPr/>
        </p:nvSpPr>
        <p:spPr>
          <a:xfrm>
            <a:off x="1209600" y="3057480"/>
            <a:ext cx="6133680" cy="1523520"/>
          </a:xfrm>
          <a:prstGeom prst="rect">
            <a:avLst/>
          </a:prstGeom>
          <a:noFill/>
          <a:ln w="0">
            <a:noFill/>
          </a:ln>
        </p:spPr>
        <p:style>
          <a:lnRef idx="0"/>
          <a:fillRef idx="0"/>
          <a:effectRef idx="0"/>
          <a:fontRef idx="minor"/>
        </p:style>
        <p:txBody>
          <a:bodyPr anchor="t">
            <a:normAutofit fontScale="85000" lnSpcReduction="9999"/>
          </a:bodyPr>
          <a:p>
            <a:pPr algn="ctr" defTabSz="914400">
              <a:lnSpc>
                <a:spcPct val="150000"/>
              </a:lnSpc>
              <a:tabLst>
                <a:tab algn="l" pos="0"/>
              </a:tabLst>
            </a:pPr>
            <a:r>
              <a:rPr b="0" lang="en-US" sz="1600" strike="noStrike" u="none">
                <a:solidFill>
                  <a:srgbClr val="494949"/>
                </a:solidFill>
                <a:effectLst/>
                <a:uFillTx/>
                <a:latin typeface="Barlow Semi Condensed"/>
              </a:rPr>
              <a:t>Reallocate 30–40% of the next quarter’s ML budget to data work. This targeted data sprint delivers outsized model and business gains within 6–12 weeks. Start with the three-month data sprint: audit, fund, execute, and measure. Assign ownership and metrics to data assets, treating data quality and accessibility as product KPIs.</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54" name="Google Shape;2218;p40"/>
          <p:cNvGrpSpPr/>
          <p:nvPr/>
        </p:nvGrpSpPr>
        <p:grpSpPr>
          <a:xfrm>
            <a:off x="3732480" y="527040"/>
            <a:ext cx="1678680" cy="1678680"/>
            <a:chOff x="3732480" y="527040"/>
            <a:chExt cx="1678680" cy="1678680"/>
          </a:xfrm>
        </p:grpSpPr>
        <p:sp>
          <p:nvSpPr>
            <p:cNvPr id="555"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6"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57" name="Google Shape;2221;p40"/>
          <p:cNvGrpSpPr/>
          <p:nvPr/>
        </p:nvGrpSpPr>
        <p:grpSpPr>
          <a:xfrm>
            <a:off x="4276440" y="1071000"/>
            <a:ext cx="591120" cy="590400"/>
            <a:chOff x="4276440" y="1071000"/>
            <a:chExt cx="591120" cy="590400"/>
          </a:xfrm>
        </p:grpSpPr>
        <p:sp>
          <p:nvSpPr>
            <p:cNvPr id="558"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9"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fillRef idx="0"/>
            <a:effectRef idx="0"/>
            <a:fontRef idx="minor"/>
          </p:style>
          <p:txBody>
            <a:bodyPr tIns="78480" bIns="78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0"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1"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2"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3"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fillRef idx="0"/>
            <a:effectRef idx="0"/>
            <a:fontRef idx="minor"/>
          </p:style>
          <p:txBody>
            <a:bodyPr tIns="32040" bIns="32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4"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fillRef idx="0"/>
            <a:effectRef idx="0"/>
            <a:fontRef idx="minor"/>
          </p:style>
          <p:txBody>
            <a:bodyPr tIns="34200" bIns="34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5"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fillRef idx="0"/>
            <a:effectRef idx="0"/>
            <a:fontRef idx="minor"/>
          </p:style>
          <p:txBody>
            <a:bodyPr tIns="19080" bIns="19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6"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7"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fillRef idx="0"/>
            <a:effectRef idx="0"/>
            <a:fontRef idx="minor"/>
          </p:style>
          <p:txBody>
            <a:bodyPr tIns="41400" bIns="41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568" name=""/>
          <p:cNvSpPr/>
          <p:nvPr/>
        </p:nvSpPr>
        <p:spPr>
          <a:xfrm>
            <a:off x="1790640" y="2476440"/>
            <a:ext cx="5552640" cy="352080"/>
          </a:xfrm>
          <a:prstGeom prst="rect">
            <a:avLst/>
          </a:prstGeom>
          <a:noFill/>
          <a:ln w="0">
            <a:noFill/>
          </a:ln>
        </p:spPr>
        <p:style>
          <a:lnRef idx="0"/>
          <a:fillRef idx="0"/>
          <a:effectRef idx="0"/>
          <a:fontRef idx="minor"/>
        </p:style>
        <p:txBody>
          <a:bodyPr anchor="t">
            <a:normAutofit fontScale="70000" lnSpcReduction="19999"/>
          </a:bodyPr>
          <a:p>
            <a:pPr algn="ctr" defTabSz="914400">
              <a:lnSpc>
                <a:spcPct val="100000"/>
              </a:lnSpc>
              <a:tabLst>
                <a:tab algn="l" pos="0"/>
              </a:tabLst>
            </a:pPr>
            <a:r>
              <a:rPr b="0" lang="en-US" sz="2800" strike="noStrike" u="none">
                <a:solidFill>
                  <a:srgbClr val="494949"/>
                </a:solidFill>
                <a:effectLst/>
                <a:uFillTx/>
                <a:latin typeface="Fjalla One"/>
              </a:rPr>
              <a:t>Data Sprint Plan</a:t>
            </a:r>
            <a:endParaRPr b="0" lang="en-US" sz="2800" strike="noStrike" u="none">
              <a:solidFill>
                <a:srgbClr val="000000"/>
              </a:solidFill>
              <a:effectLst/>
              <a:uFillTx/>
              <a:latin typeface="OpenSymbol"/>
            </a:endParaRPr>
          </a:p>
        </p:txBody>
      </p:sp>
      <p:sp>
        <p:nvSpPr>
          <p:cNvPr id="569" name=""/>
          <p:cNvSpPr/>
          <p:nvPr/>
        </p:nvSpPr>
        <p:spPr>
          <a:xfrm>
            <a:off x="1219320" y="2933640"/>
            <a:ext cx="6124320" cy="1828440"/>
          </a:xfrm>
          <a:prstGeom prst="rect">
            <a:avLst/>
          </a:prstGeom>
          <a:noFill/>
          <a:ln w="0">
            <a:noFill/>
          </a:ln>
        </p:spPr>
        <p:style>
          <a:lnRef idx="0"/>
          <a:fillRef idx="0"/>
          <a:effectRef idx="0"/>
          <a:fontRef idx="minor"/>
        </p:style>
        <p:txBody>
          <a:bodyPr anchor="t">
            <a:normAutofit fontScale="85000" lnSpcReduction="9999"/>
          </a:bodyPr>
          <a:p>
            <a:pPr algn="ctr" defTabSz="914400">
              <a:lnSpc>
                <a:spcPct val="150000"/>
              </a:lnSpc>
              <a:tabLst>
                <a:tab algn="l" pos="0"/>
              </a:tabLst>
            </a:pPr>
            <a:r>
              <a:rPr b="0" lang="en-US" sz="1600" strike="noStrike" u="none">
                <a:solidFill>
                  <a:srgbClr val="494949"/>
                </a:solidFill>
                <a:effectLst/>
                <a:uFillTx/>
                <a:latin typeface="Barlow Semi Condensed"/>
              </a:rPr>
              <a:t>Adopt a three-month data sprint to unlock AI value.</a:t>
            </a:r>
            <a:endParaRPr b="0" lang="en-US" sz="1600" strike="noStrike" u="none">
              <a:solidFill>
                <a:srgbClr val="000000"/>
              </a:solidFill>
              <a:effectLst/>
              <a:uFillTx/>
              <a:latin typeface="OpenSymbol"/>
            </a:endParaRPr>
          </a:p>
          <a:p>
            <a:pPr algn="ctr" defTabSz="914400">
              <a:lnSpc>
                <a:spcPct val="150000"/>
              </a:lnSpc>
              <a:tabLst>
                <a:tab algn="l" pos="0"/>
              </a:tabLst>
            </a:pPr>
            <a:r>
              <a:rPr b="0" lang="en-US" sz="1600" strike="noStrike" u="none">
                <a:solidFill>
                  <a:srgbClr val="494949"/>
                </a:solidFill>
                <a:effectLst/>
                <a:uFillTx/>
                <a:latin typeface="Barlow Semi Condensed"/>
              </a:rPr>
              <a:t>- Audit production data for gaps and quality</a:t>
            </a:r>
            <a:endParaRPr b="0" lang="en-US" sz="1600" strike="noStrike" u="none">
              <a:solidFill>
                <a:srgbClr val="000000"/>
              </a:solidFill>
              <a:effectLst/>
              <a:uFillTx/>
              <a:latin typeface="OpenSymbol"/>
            </a:endParaRPr>
          </a:p>
          <a:p>
            <a:pPr algn="ctr" defTabSz="914400">
              <a:lnSpc>
                <a:spcPct val="150000"/>
              </a:lnSpc>
              <a:tabLst>
                <a:tab algn="l" pos="0"/>
              </a:tabLst>
            </a:pPr>
            <a:r>
              <a:rPr b="0" lang="en-US" sz="1600" strike="noStrike" u="none">
                <a:solidFill>
                  <a:srgbClr val="494949"/>
                </a:solidFill>
                <a:effectLst/>
                <a:uFillTx/>
                <a:latin typeface="Barlow Semi Condensed"/>
              </a:rPr>
              <a:t>- Allocate 40% of next quarter’s ML budget to data work (collection, labeling, tooling)</a:t>
            </a:r>
            <a:endParaRPr b="0" lang="en-US" sz="1600" strike="noStrike" u="none">
              <a:solidFill>
                <a:srgbClr val="000000"/>
              </a:solidFill>
              <a:effectLst/>
              <a:uFillTx/>
              <a:latin typeface="OpenSymbol"/>
            </a:endParaRPr>
          </a:p>
          <a:p>
            <a:pPr algn="ctr" defTabSz="914400">
              <a:lnSpc>
                <a:spcPct val="150000"/>
              </a:lnSpc>
              <a:tabLst>
                <a:tab algn="l" pos="0"/>
              </a:tabLst>
            </a:pPr>
            <a:r>
              <a:rPr b="0" lang="en-US" sz="1600" strike="noStrike" u="none">
                <a:solidFill>
                  <a:srgbClr val="494949"/>
                </a:solidFill>
                <a:effectLst/>
                <a:uFillTx/>
                <a:latin typeface="Barlow Semi Condensed"/>
              </a:rPr>
              <a:t>- Run two controlled A/B tests to measure data-driven gains vs. compute-only changes</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0" name="PlaceHolder 1"/>
          <p:cNvSpPr>
            <a:spLocks noGrp="1"/>
          </p:cNvSpPr>
          <p:nvPr>
            <p:ph type="title"/>
          </p:nvPr>
        </p:nvSpPr>
        <p:spPr>
          <a:xfrm>
            <a:off x="2104920" y="380880"/>
            <a:ext cx="4933440" cy="1076400"/>
          </a:xfrm>
          <a:prstGeom prst="rect">
            <a:avLst/>
          </a:prstGeom>
          <a:noFill/>
          <a:ln w="0">
            <a:noFill/>
          </a:ln>
        </p:spPr>
        <p:txBody>
          <a:bodyPr lIns="91440" rIns="91440" tIns="91440" bIns="91440" anchor="t">
            <a:spAutoFit/>
          </a:bodyPr>
          <a:p>
            <a:pPr indent="0" algn="ctr">
              <a:lnSpc>
                <a:spcPct val="100000"/>
              </a:lnSpc>
              <a:buNone/>
              <a:tabLst>
                <a:tab algn="l" pos="0"/>
              </a:tabLst>
            </a:pPr>
            <a:r>
              <a:rPr b="0" lang="en" sz="7200" strike="noStrike" u="none">
                <a:solidFill>
                  <a:schemeClr val="dk2"/>
                </a:solidFill>
                <a:effectLst/>
                <a:uFillTx/>
                <a:latin typeface="Fjalla One"/>
                <a:ea typeface="Fjalla One"/>
              </a:rPr>
              <a:t>Thanks!</a:t>
            </a:r>
            <a:endParaRPr b="0" lang="fr-FR" sz="7200" strike="noStrike" u="none">
              <a:solidFill>
                <a:schemeClr val="dk1"/>
              </a:solidFill>
              <a:effectLst/>
              <a:uFillTx/>
              <a:latin typeface="Arial"/>
            </a:endParaRPr>
          </a:p>
        </p:txBody>
      </p:sp>
      <p:sp>
        <p:nvSpPr>
          <p:cNvPr id="571" name="PlaceHolder 2"/>
          <p:cNvSpPr>
            <a:spLocks noGrp="1"/>
          </p:cNvSpPr>
          <p:nvPr>
            <p:ph type="subTitle"/>
          </p:nvPr>
        </p:nvSpPr>
        <p:spPr>
          <a:xfrm>
            <a:off x="3019320" y="1714680"/>
            <a:ext cx="3095280" cy="1438560"/>
          </a:xfrm>
          <a:prstGeom prst="rect">
            <a:avLst/>
          </a:prstGeom>
          <a:noFill/>
          <a:ln w="0">
            <a:noFill/>
          </a:ln>
        </p:spPr>
        <p:txBody>
          <a:bodyPr lIns="91440" rIns="91440" tIns="91440" bIns="91440" anchor="t">
            <a:spAutoFit/>
          </a:bodyPr>
          <a:p>
            <a:pPr indent="0" algn="ctr">
              <a:lnSpc>
                <a:spcPct val="100000"/>
              </a:lnSpc>
              <a:buNone/>
              <a:tabLst>
                <a:tab algn="l" pos="0"/>
              </a:tabLst>
            </a:pPr>
            <a:r>
              <a:rPr b="0" lang="en" sz="1600" strike="noStrike" u="none">
                <a:solidFill>
                  <a:srgbClr val="77c6fc"/>
                </a:solidFill>
                <a:effectLst/>
                <a:uFillTx/>
                <a:latin typeface="Barlow Semi Condensed"/>
                <a:ea typeface="Barlow Semi Condensed"/>
              </a:rPr>
              <a:t>Do you have any questions?</a:t>
            </a:r>
            <a:endParaRPr b="0" lang="en-US" sz="1600" strike="noStrike" u="none">
              <a:solidFill>
                <a:srgbClr val="000000"/>
              </a:solidFill>
              <a:effectLst/>
              <a:uFillTx/>
              <a:latin typeface="OpenSymbol"/>
            </a:endParaRPr>
          </a:p>
          <a:p>
            <a:pPr indent="0" algn="ctr">
              <a:lnSpc>
                <a:spcPct val="100000"/>
              </a:lnSpc>
              <a:buNone/>
              <a:tabLst>
                <a:tab algn="l" pos="0"/>
              </a:tabLst>
            </a:pPr>
            <a:endParaRPr b="0" lang="en-US" sz="1600" strike="noStrike" u="none">
              <a:solidFill>
                <a:srgbClr val="000000"/>
              </a:solidFill>
              <a:effectLst/>
              <a:uFillTx/>
              <a:latin typeface="OpenSymbol"/>
            </a:endParaRPr>
          </a:p>
          <a:p>
            <a:pPr indent="0" algn="ctr">
              <a:lnSpc>
                <a:spcPct val="100000"/>
              </a:lnSpc>
              <a:buNone/>
              <a:tabLst>
                <a:tab algn="l" pos="0"/>
              </a:tabLst>
            </a:pPr>
            <a:r>
              <a:rPr b="0" lang="en" sz="1600" strike="noStrike" u="none">
                <a:solidFill>
                  <a:schemeClr val="dk2"/>
                </a:solidFill>
                <a:effectLst/>
                <a:uFillTx/>
                <a:latin typeface="Barlow Semi Condensed"/>
                <a:ea typeface="Barlow Semi Condensed"/>
              </a:rPr>
              <a:t>youremail@freepik.com </a:t>
            </a:r>
            <a:endParaRPr b="0" lang="en-US" sz="1600" strike="noStrike" u="none">
              <a:solidFill>
                <a:srgbClr val="000000"/>
              </a:solidFill>
              <a:effectLst/>
              <a:uFillTx/>
              <a:latin typeface="OpenSymbol"/>
            </a:endParaRPr>
          </a:p>
          <a:p>
            <a:pPr indent="0" algn="ctr">
              <a:lnSpc>
                <a:spcPct val="100000"/>
              </a:lnSpc>
              <a:buNone/>
              <a:tabLst>
                <a:tab algn="l" pos="0"/>
              </a:tabLst>
            </a:pPr>
            <a:r>
              <a:rPr b="0" lang="en" sz="1600" strike="noStrike" u="none">
                <a:solidFill>
                  <a:schemeClr val="dk2"/>
                </a:solidFill>
                <a:effectLst/>
                <a:uFillTx/>
                <a:latin typeface="Barlow Semi Condensed"/>
                <a:ea typeface="Barlow Semi Condensed"/>
              </a:rPr>
              <a:t>+91  620 421 838 </a:t>
            </a:r>
            <a:endParaRPr b="0" lang="en-US" sz="1600" strike="noStrike" u="none">
              <a:solidFill>
                <a:srgbClr val="000000"/>
              </a:solidFill>
              <a:effectLst/>
              <a:uFillTx/>
              <a:latin typeface="OpenSymbol"/>
            </a:endParaRPr>
          </a:p>
          <a:p>
            <a:pPr indent="0" algn="ctr">
              <a:lnSpc>
                <a:spcPct val="100000"/>
              </a:lnSpc>
              <a:buNone/>
              <a:tabLst>
                <a:tab algn="l" pos="0"/>
              </a:tabLst>
            </a:pPr>
            <a:r>
              <a:rPr b="0" lang="en" sz="1600" strike="noStrike" u="none">
                <a:solidFill>
                  <a:schemeClr val="dk2"/>
                </a:solidFill>
                <a:effectLst/>
                <a:uFillTx/>
                <a:latin typeface="Barlow Semi Condensed"/>
                <a:ea typeface="Barlow Semi Condensed"/>
              </a:rPr>
              <a:t>yourcompany.com</a:t>
            </a:r>
            <a:endParaRPr b="0" lang="en-US" sz="1600" strike="noStrike" u="none">
              <a:solidFill>
                <a:srgbClr val="000000"/>
              </a:solidFill>
              <a:effectLst/>
              <a:uFillTx/>
              <a:latin typeface="OpenSymbol"/>
            </a:endParaRPr>
          </a:p>
        </p:txBody>
      </p:sp>
      <p:sp>
        <p:nvSpPr>
          <p:cNvPr id="572" name="PlaceHolder 3"/>
          <p:cNvSpPr>
            <a:spLocks noGrp="1"/>
          </p:cNvSpPr>
          <p:nvPr>
            <p:ph type="subTitle"/>
          </p:nvPr>
        </p:nvSpPr>
        <p:spPr>
          <a:xfrm>
            <a:off x="2676600" y="4229280"/>
            <a:ext cx="3790440" cy="426960"/>
          </a:xfrm>
          <a:prstGeom prst="rect">
            <a:avLst/>
          </a:prstGeom>
          <a:noFill/>
          <a:ln w="0">
            <a:noFill/>
          </a:ln>
        </p:spPr>
        <p:txBody>
          <a:bodyPr lIns="91440" rIns="91440" tIns="91440" bIns="91440" anchor="t">
            <a:spAutoFit/>
          </a:bodyPr>
          <a:p>
            <a:pPr indent="0" algn="ctr">
              <a:lnSpc>
                <a:spcPct val="100000"/>
              </a:lnSpc>
              <a:buNone/>
              <a:tabLst>
                <a:tab algn="l" pos="0"/>
              </a:tabLst>
            </a:pPr>
            <a:r>
              <a:rPr b="0" lang="en" sz="1100" strike="noStrike" u="none">
                <a:solidFill>
                  <a:srgbClr val="000000"/>
                </a:solidFill>
                <a:effectLst/>
                <a:uFillTx/>
                <a:latin typeface="Barlow Semi Condensed"/>
                <a:ea typeface="Barlow Semi Condensed"/>
              </a:rPr>
              <a:t>Please keep this slide for attribution</a:t>
            </a:r>
            <a:endParaRPr b="0" lang="en-US" sz="1100" strike="noStrike" u="none">
              <a:solidFill>
                <a:srgbClr val="000000"/>
              </a:solidFill>
              <a:effectLst/>
              <a:uFillTx/>
              <a:latin typeface="OpenSymbol"/>
            </a:endParaRPr>
          </a:p>
        </p:txBody>
      </p:sp>
      <p:grpSp>
        <p:nvGrpSpPr>
          <p:cNvPr id="573" name="Google Shape;3673;p65"/>
          <p:cNvGrpSpPr/>
          <p:nvPr/>
        </p:nvGrpSpPr>
        <p:grpSpPr>
          <a:xfrm>
            <a:off x="3733920" y="3221640"/>
            <a:ext cx="1680840" cy="338040"/>
            <a:chOff x="3733920" y="3221640"/>
            <a:chExt cx="1680840" cy="338040"/>
          </a:xfrm>
        </p:grpSpPr>
        <p:sp>
          <p:nvSpPr>
            <p:cNvPr id="574" name="Google Shape;3674;p65"/>
            <p:cNvSpPr/>
            <p:nvPr/>
          </p:nvSpPr>
          <p:spPr>
            <a:xfrm>
              <a:off x="3733920" y="3221640"/>
              <a:ext cx="338040" cy="338040"/>
            </a:xfrm>
            <a:custGeom>
              <a:avLst/>
              <a:gdLst>
                <a:gd name="textAreaLeft" fmla="*/ 0 w 338040"/>
                <a:gd name="textAreaRight" fmla="*/ 338400 w 338040"/>
                <a:gd name="textAreaTop" fmla="*/ 0 h 338040"/>
                <a:gd name="textAreaBottom" fmla="*/ 338400 h 338040"/>
              </a:gdLst>
              <a:ahLst/>
              <a:cxnLst/>
              <a:rect l="textAreaLeft" t="textAreaTop" r="textAreaRight" b="textAreaBottom"/>
              <a:pathLst>
                <a:path w="19982" h="19982">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575" name="Google Shape;3675;p65"/>
            <p:cNvGrpSpPr/>
            <p:nvPr/>
          </p:nvGrpSpPr>
          <p:grpSpPr>
            <a:xfrm>
              <a:off x="4165920" y="3221640"/>
              <a:ext cx="338040" cy="338040"/>
              <a:chOff x="4165920" y="3221640"/>
              <a:chExt cx="338040" cy="338040"/>
            </a:xfrm>
          </p:grpSpPr>
          <p:sp>
            <p:nvSpPr>
              <p:cNvPr id="576" name="Google Shape;3676;p65"/>
              <p:cNvSpPr/>
              <p:nvPr/>
            </p:nvSpPr>
            <p:spPr>
              <a:xfrm>
                <a:off x="4266000" y="3321360"/>
                <a:ext cx="138600" cy="138600"/>
              </a:xfrm>
              <a:custGeom>
                <a:avLst/>
                <a:gdLst>
                  <a:gd name="textAreaLeft" fmla="*/ 0 w 138600"/>
                  <a:gd name="textAreaRight" fmla="*/ 138960 w 138600"/>
                  <a:gd name="textAreaTop" fmla="*/ 0 h 138600"/>
                  <a:gd name="textAreaBottom" fmla="*/ 138960 h 138600"/>
                </a:gdLst>
                <a:ahLst/>
                <a:cxnLst/>
                <a:rect l="textAreaLeft" t="textAreaTop" r="textAreaRight" b="textAreaBottom"/>
                <a:pathLst>
                  <a:path w="8197" h="8197">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2"/>
              </a:solidFill>
              <a:ln w="0">
                <a:noFill/>
              </a:ln>
            </p:spPr>
            <p:style>
              <a:lnRef idx="0"/>
              <a:fillRef idx="0"/>
              <a:effectRef idx="0"/>
              <a:fontRef idx="minor"/>
            </p:style>
            <p:txBody>
              <a:bodyPr tIns="69480" bIns="69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7" name="Google Shape;3677;p65"/>
              <p:cNvSpPr/>
              <p:nvPr/>
            </p:nvSpPr>
            <p:spPr>
              <a:xfrm>
                <a:off x="4205880" y="3261240"/>
                <a:ext cx="258840" cy="258840"/>
              </a:xfrm>
              <a:custGeom>
                <a:avLst/>
                <a:gdLst>
                  <a:gd name="textAreaLeft" fmla="*/ 0 w 258840"/>
                  <a:gd name="textAreaRight" fmla="*/ 259200 w 258840"/>
                  <a:gd name="textAreaTop" fmla="*/ 0 h 258840"/>
                  <a:gd name="textAreaBottom" fmla="*/ 259200 h 258840"/>
                </a:gdLst>
                <a:ahLst/>
                <a:cxnLst/>
                <a:rect l="textAreaLeft" t="textAreaTop" r="textAreaRight" b="textAreaBottom"/>
                <a:pathLst>
                  <a:path w="15300" h="15299">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8" name="Google Shape;3678;p65"/>
              <p:cNvSpPr/>
              <p:nvPr/>
            </p:nvSpPr>
            <p:spPr>
              <a:xfrm>
                <a:off x="4165920" y="3221640"/>
                <a:ext cx="338040" cy="338040"/>
              </a:xfrm>
              <a:custGeom>
                <a:avLst/>
                <a:gdLst>
                  <a:gd name="textAreaLeft" fmla="*/ 0 w 338040"/>
                  <a:gd name="textAreaRight" fmla="*/ 338400 w 338040"/>
                  <a:gd name="textAreaTop" fmla="*/ 0 h 338040"/>
                  <a:gd name="textAreaBottom" fmla="*/ 338400 h 338040"/>
                </a:gdLst>
                <a:ahLst/>
                <a:cxnLst/>
                <a:rect l="textAreaLeft" t="textAreaTop" r="textAreaRight" b="textAreaBottom"/>
                <a:pathLst>
                  <a:path w="19984" h="19982">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9" name="Google Shape;3679;p65"/>
              <p:cNvSpPr/>
              <p:nvPr/>
            </p:nvSpPr>
            <p:spPr>
              <a:xfrm>
                <a:off x="4384800" y="3301560"/>
                <a:ext cx="39240" cy="39240"/>
              </a:xfrm>
              <a:custGeom>
                <a:avLst/>
                <a:gdLst>
                  <a:gd name="textAreaLeft" fmla="*/ 0 w 39240"/>
                  <a:gd name="textAreaRight" fmla="*/ 39600 w 39240"/>
                  <a:gd name="textAreaTop" fmla="*/ 0 h 39240"/>
                  <a:gd name="textAreaBottom" fmla="*/ 39600 h 39240"/>
                </a:gdLst>
                <a:ahLst/>
                <a:cxnLst/>
                <a:rect l="textAreaLeft" t="textAreaTop" r="textAreaRight" b="textAreaBottom"/>
                <a:pathLst>
                  <a:path w="2342" h="2343">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2"/>
              </a:solidFill>
              <a:ln w="0">
                <a:noFill/>
              </a:ln>
            </p:spPr>
            <p:style>
              <a:lnRef idx="0"/>
              <a:fillRef idx="0"/>
              <a:effectRef idx="0"/>
              <a:fontRef idx="minor"/>
            </p:style>
            <p:txBody>
              <a:bodyPr tIns="19800" bIns="19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580" name="Google Shape;3680;p65"/>
            <p:cNvGrpSpPr/>
            <p:nvPr/>
          </p:nvGrpSpPr>
          <p:grpSpPr>
            <a:xfrm>
              <a:off x="4598280" y="3221640"/>
              <a:ext cx="338040" cy="338040"/>
              <a:chOff x="4598280" y="3221640"/>
              <a:chExt cx="338040" cy="338040"/>
            </a:xfrm>
          </p:grpSpPr>
          <p:sp>
            <p:nvSpPr>
              <p:cNvPr id="581" name="Google Shape;3681;p65"/>
              <p:cNvSpPr/>
              <p:nvPr/>
            </p:nvSpPr>
            <p:spPr>
              <a:xfrm>
                <a:off x="4648680" y="3341160"/>
                <a:ext cx="59040" cy="178200"/>
              </a:xfrm>
              <a:custGeom>
                <a:avLst/>
                <a:gdLst>
                  <a:gd name="textAreaLeft" fmla="*/ 0 w 59040"/>
                  <a:gd name="textAreaRight" fmla="*/ 59400 w 59040"/>
                  <a:gd name="textAreaTop" fmla="*/ 0 h 178200"/>
                  <a:gd name="textAreaBottom" fmla="*/ 178560 h 178200"/>
                </a:gdLst>
                <a:ahLst/>
                <a:cxnLst/>
                <a:rect l="textAreaLeft" t="textAreaTop" r="textAreaRight" b="textAreaBottom"/>
                <a:pathLst>
                  <a:path w="3514" h="10537">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dk2"/>
              </a:solidFill>
              <a:ln w="0">
                <a:noFill/>
              </a:ln>
            </p:spPr>
            <p:style>
              <a:lnRef idx="0"/>
              <a:fillRef idx="0"/>
              <a:effectRef idx="0"/>
              <a:fontRef idx="minor"/>
            </p:style>
            <p:txBody>
              <a:bodyPr tIns="89280" bIns="89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2" name="Google Shape;3682;p65"/>
              <p:cNvSpPr/>
              <p:nvPr/>
            </p:nvSpPr>
            <p:spPr>
              <a:xfrm>
                <a:off x="4648680" y="3261960"/>
                <a:ext cx="59040" cy="59040"/>
              </a:xfrm>
              <a:custGeom>
                <a:avLst/>
                <a:gdLst>
                  <a:gd name="textAreaLeft" fmla="*/ 0 w 59040"/>
                  <a:gd name="textAreaRight" fmla="*/ 59400 w 59040"/>
                  <a:gd name="textAreaTop" fmla="*/ 0 h 59040"/>
                  <a:gd name="textAreaBottom" fmla="*/ 59400 h 59040"/>
                </a:gdLst>
                <a:ahLst/>
                <a:cxnLst/>
                <a:rect l="textAreaLeft" t="textAreaTop" r="textAreaRight" b="textAreaBottom"/>
                <a:pathLst>
                  <a:path w="3514" h="3514">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dk2"/>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3" name="Google Shape;3683;p65"/>
              <p:cNvSpPr/>
              <p:nvPr/>
            </p:nvSpPr>
            <p:spPr>
              <a:xfrm>
                <a:off x="4727880" y="3340800"/>
                <a:ext cx="158400" cy="178200"/>
              </a:xfrm>
              <a:custGeom>
                <a:avLst/>
                <a:gdLst>
                  <a:gd name="textAreaLeft" fmla="*/ 0 w 158400"/>
                  <a:gd name="textAreaRight" fmla="*/ 158760 w 158400"/>
                  <a:gd name="textAreaTop" fmla="*/ 0 h 178200"/>
                  <a:gd name="textAreaBottom" fmla="*/ 178560 h 178200"/>
                </a:gdLst>
                <a:ahLst/>
                <a:cxnLst/>
                <a:rect l="textAreaLeft" t="textAreaTop" r="textAreaRight" b="textAreaBottom"/>
                <a:pathLst>
                  <a:path w="9368" h="10556">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dk2"/>
              </a:solidFill>
              <a:ln w="0">
                <a:noFill/>
              </a:ln>
            </p:spPr>
            <p:style>
              <a:lnRef idx="0"/>
              <a:fillRef idx="0"/>
              <a:effectRef idx="0"/>
              <a:fontRef idx="minor"/>
            </p:style>
            <p:txBody>
              <a:bodyPr tIns="89280" bIns="89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4" name="Google Shape;3684;p65"/>
              <p:cNvSpPr/>
              <p:nvPr/>
            </p:nvSpPr>
            <p:spPr>
              <a:xfrm>
                <a:off x="4598280" y="3221640"/>
                <a:ext cx="338040" cy="338040"/>
              </a:xfrm>
              <a:custGeom>
                <a:avLst/>
                <a:gdLst>
                  <a:gd name="textAreaLeft" fmla="*/ 0 w 338040"/>
                  <a:gd name="textAreaRight" fmla="*/ 338400 w 338040"/>
                  <a:gd name="textAreaTop" fmla="*/ 0 h 338040"/>
                  <a:gd name="textAreaBottom" fmla="*/ 338400 h 338040"/>
                </a:gdLst>
                <a:ahLst/>
                <a:cxnLst/>
                <a:rect l="textAreaLeft" t="textAreaTop" r="textAreaRight" b="textAreaBottom"/>
                <a:pathLst>
                  <a:path w="19982" h="19982">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585" name="Google Shape;3685;p65"/>
            <p:cNvSpPr/>
            <p:nvPr/>
          </p:nvSpPr>
          <p:spPr>
            <a:xfrm>
              <a:off x="5074920" y="3252240"/>
              <a:ext cx="339840" cy="276840"/>
            </a:xfrm>
            <a:custGeom>
              <a:avLst/>
              <a:gdLst>
                <a:gd name="textAreaLeft" fmla="*/ 0 w 339840"/>
                <a:gd name="textAreaRight" fmla="*/ 340200 w 339840"/>
                <a:gd name="textAreaTop" fmla="*/ 0 h 276840"/>
                <a:gd name="textAreaBottom" fmla="*/ 277200 h 276840"/>
              </a:gdLst>
              <a:ahLst/>
              <a:cxnLst/>
              <a:rect l="textAreaLeft" t="textAreaTop" r="textAreaRight" b="textAreaBottom"/>
              <a:pathLst>
                <a:path w="20081" h="16377">
                  <a:moveTo>
                    <a:pt x="13632" y="1165"/>
                  </a:moveTo>
                  <a:cubicBezTo>
                    <a:pt x="14903" y="1165"/>
                    <a:pt x="15458" y="1658"/>
                    <a:pt x="15826" y="1984"/>
                  </a:cubicBezTo>
                  <a:cubicBezTo>
                    <a:pt x="16040" y="2173"/>
                    <a:pt x="16244" y="2353"/>
                    <a:pt x="16548" y="2353"/>
                  </a:cubicBezTo>
                  <a:cubicBezTo>
                    <a:pt x="16762" y="2353"/>
                    <a:pt x="17038" y="2293"/>
                    <a:pt x="17344" y="2196"/>
                  </a:cubicBezTo>
                  <a:lnTo>
                    <a:pt x="17344" y="2196"/>
                  </a:lnTo>
                  <a:cubicBezTo>
                    <a:pt x="17236" y="2288"/>
                    <a:pt x="17119" y="2376"/>
                    <a:pt x="16995" y="2461"/>
                  </a:cubicBezTo>
                  <a:cubicBezTo>
                    <a:pt x="16780" y="2612"/>
                    <a:pt x="16689" y="2889"/>
                    <a:pt x="16778" y="3137"/>
                  </a:cubicBezTo>
                  <a:cubicBezTo>
                    <a:pt x="16861" y="3373"/>
                    <a:pt x="17082" y="3528"/>
                    <a:pt x="17329" y="3528"/>
                  </a:cubicBezTo>
                  <a:cubicBezTo>
                    <a:pt x="17343" y="3528"/>
                    <a:pt x="17358" y="3527"/>
                    <a:pt x="17372" y="3526"/>
                  </a:cubicBezTo>
                  <a:cubicBezTo>
                    <a:pt x="17475" y="3519"/>
                    <a:pt x="17576" y="3508"/>
                    <a:pt x="17680" y="3494"/>
                  </a:cubicBezTo>
                  <a:lnTo>
                    <a:pt x="17680" y="3494"/>
                  </a:lnTo>
                  <a:cubicBezTo>
                    <a:pt x="17275" y="3802"/>
                    <a:pt x="16921" y="3990"/>
                    <a:pt x="16937" y="4786"/>
                  </a:cubicBezTo>
                  <a:cubicBezTo>
                    <a:pt x="16937" y="4826"/>
                    <a:pt x="16939" y="4881"/>
                    <a:pt x="16939" y="4971"/>
                  </a:cubicBezTo>
                  <a:cubicBezTo>
                    <a:pt x="16939" y="6510"/>
                    <a:pt x="16350" y="9097"/>
                    <a:pt x="14694" y="11320"/>
                  </a:cubicBezTo>
                  <a:cubicBezTo>
                    <a:pt x="13372" y="13093"/>
                    <a:pt x="10896" y="15207"/>
                    <a:pt x="6611" y="15207"/>
                  </a:cubicBezTo>
                  <a:cubicBezTo>
                    <a:pt x="5368" y="15207"/>
                    <a:pt x="4159" y="14996"/>
                    <a:pt x="3001" y="14582"/>
                  </a:cubicBezTo>
                  <a:cubicBezTo>
                    <a:pt x="4359" y="14345"/>
                    <a:pt x="5612" y="13799"/>
                    <a:pt x="6698" y="12960"/>
                  </a:cubicBezTo>
                  <a:cubicBezTo>
                    <a:pt x="6893" y="12812"/>
                    <a:pt x="6972" y="12557"/>
                    <a:pt x="6900" y="12323"/>
                  </a:cubicBezTo>
                  <a:cubicBezTo>
                    <a:pt x="6827" y="12090"/>
                    <a:pt x="6617" y="11925"/>
                    <a:pt x="6372" y="11913"/>
                  </a:cubicBezTo>
                  <a:cubicBezTo>
                    <a:pt x="5203" y="11849"/>
                    <a:pt x="4280" y="11209"/>
                    <a:pt x="3767" y="10448"/>
                  </a:cubicBezTo>
                  <a:cubicBezTo>
                    <a:pt x="3968" y="10434"/>
                    <a:pt x="4207" y="10404"/>
                    <a:pt x="4564" y="10340"/>
                  </a:cubicBezTo>
                  <a:cubicBezTo>
                    <a:pt x="4832" y="10294"/>
                    <a:pt x="5030" y="10071"/>
                    <a:pt x="5047" y="9801"/>
                  </a:cubicBezTo>
                  <a:cubicBezTo>
                    <a:pt x="5065" y="9532"/>
                    <a:pt x="4895" y="9286"/>
                    <a:pt x="4637" y="9205"/>
                  </a:cubicBezTo>
                  <a:cubicBezTo>
                    <a:pt x="3296" y="8787"/>
                    <a:pt x="2498" y="8025"/>
                    <a:pt x="2180" y="6838"/>
                  </a:cubicBezTo>
                  <a:lnTo>
                    <a:pt x="2180" y="6838"/>
                  </a:lnTo>
                  <a:cubicBezTo>
                    <a:pt x="2390" y="6891"/>
                    <a:pt x="2642" y="6933"/>
                    <a:pt x="3057" y="6986"/>
                  </a:cubicBezTo>
                  <a:cubicBezTo>
                    <a:pt x="3081" y="6989"/>
                    <a:pt x="3105" y="6991"/>
                    <a:pt x="3129" y="6991"/>
                  </a:cubicBezTo>
                  <a:cubicBezTo>
                    <a:pt x="3359" y="6991"/>
                    <a:pt x="3571" y="6854"/>
                    <a:pt x="3666" y="6640"/>
                  </a:cubicBezTo>
                  <a:cubicBezTo>
                    <a:pt x="3770" y="6403"/>
                    <a:pt x="3707" y="6125"/>
                    <a:pt x="3508" y="5957"/>
                  </a:cubicBezTo>
                  <a:cubicBezTo>
                    <a:pt x="2014" y="4697"/>
                    <a:pt x="1936" y="3409"/>
                    <a:pt x="2210" y="2373"/>
                  </a:cubicBezTo>
                  <a:lnTo>
                    <a:pt x="2210" y="2373"/>
                  </a:lnTo>
                  <a:cubicBezTo>
                    <a:pt x="4267" y="4464"/>
                    <a:pt x="6801" y="5670"/>
                    <a:pt x="9880" y="5882"/>
                  </a:cubicBezTo>
                  <a:cubicBezTo>
                    <a:pt x="9894" y="5883"/>
                    <a:pt x="9908" y="5884"/>
                    <a:pt x="9921" y="5884"/>
                  </a:cubicBezTo>
                  <a:cubicBezTo>
                    <a:pt x="10265" y="5884"/>
                    <a:pt x="10539" y="5586"/>
                    <a:pt x="10503" y="5239"/>
                  </a:cubicBezTo>
                  <a:cubicBezTo>
                    <a:pt x="10372" y="3940"/>
                    <a:pt x="10634" y="2919"/>
                    <a:pt x="11281" y="2203"/>
                  </a:cubicBezTo>
                  <a:cubicBezTo>
                    <a:pt x="11975" y="1437"/>
                    <a:pt x="12981" y="1165"/>
                    <a:pt x="13632" y="1165"/>
                  </a:cubicBezTo>
                  <a:close/>
                  <a:moveTo>
                    <a:pt x="13631" y="1"/>
                  </a:moveTo>
                  <a:cubicBezTo>
                    <a:pt x="12698" y="1"/>
                    <a:pt x="11363" y="368"/>
                    <a:pt x="10413" y="1418"/>
                  </a:cubicBezTo>
                  <a:cubicBezTo>
                    <a:pt x="9665" y="2245"/>
                    <a:pt x="9291" y="3332"/>
                    <a:pt x="9300" y="4649"/>
                  </a:cubicBezTo>
                  <a:cubicBezTo>
                    <a:pt x="6556" y="4315"/>
                    <a:pt x="4306" y="3079"/>
                    <a:pt x="2438" y="887"/>
                  </a:cubicBezTo>
                  <a:cubicBezTo>
                    <a:pt x="2327" y="756"/>
                    <a:pt x="2163" y="681"/>
                    <a:pt x="1993" y="681"/>
                  </a:cubicBezTo>
                  <a:cubicBezTo>
                    <a:pt x="1966" y="681"/>
                    <a:pt x="1938" y="683"/>
                    <a:pt x="1911" y="687"/>
                  </a:cubicBezTo>
                  <a:cubicBezTo>
                    <a:pt x="1713" y="715"/>
                    <a:pt x="1541" y="843"/>
                    <a:pt x="1460" y="1025"/>
                  </a:cubicBezTo>
                  <a:cubicBezTo>
                    <a:pt x="1207" y="1582"/>
                    <a:pt x="876" y="2444"/>
                    <a:pt x="922" y="3466"/>
                  </a:cubicBezTo>
                  <a:cubicBezTo>
                    <a:pt x="952" y="4138"/>
                    <a:pt x="1138" y="4773"/>
                    <a:pt x="1479" y="5368"/>
                  </a:cubicBezTo>
                  <a:cubicBezTo>
                    <a:pt x="1469" y="5367"/>
                    <a:pt x="1459" y="5367"/>
                    <a:pt x="1449" y="5367"/>
                  </a:cubicBezTo>
                  <a:cubicBezTo>
                    <a:pt x="1114" y="5367"/>
                    <a:pt x="843" y="5650"/>
                    <a:pt x="865" y="5990"/>
                  </a:cubicBezTo>
                  <a:cubicBezTo>
                    <a:pt x="963" y="7455"/>
                    <a:pt x="1501" y="8589"/>
                    <a:pt x="2470" y="9380"/>
                  </a:cubicBezTo>
                  <a:cubicBezTo>
                    <a:pt x="2284" y="9528"/>
                    <a:pt x="2208" y="9773"/>
                    <a:pt x="2274" y="9999"/>
                  </a:cubicBezTo>
                  <a:cubicBezTo>
                    <a:pt x="2578" y="11057"/>
                    <a:pt x="3469" y="12207"/>
                    <a:pt x="4833" y="12757"/>
                  </a:cubicBezTo>
                  <a:cubicBezTo>
                    <a:pt x="3802" y="13279"/>
                    <a:pt x="2644" y="13546"/>
                    <a:pt x="1412" y="13546"/>
                  </a:cubicBezTo>
                  <a:cubicBezTo>
                    <a:pt x="1173" y="13546"/>
                    <a:pt x="932" y="13536"/>
                    <a:pt x="689" y="13516"/>
                  </a:cubicBezTo>
                  <a:cubicBezTo>
                    <a:pt x="673" y="13515"/>
                    <a:pt x="658" y="13514"/>
                    <a:pt x="642" y="13514"/>
                  </a:cubicBezTo>
                  <a:cubicBezTo>
                    <a:pt x="390" y="13514"/>
                    <a:pt x="164" y="13676"/>
                    <a:pt x="84" y="13919"/>
                  </a:cubicBezTo>
                  <a:cubicBezTo>
                    <a:pt x="0" y="14177"/>
                    <a:pt x="105" y="14460"/>
                    <a:pt x="338" y="14600"/>
                  </a:cubicBezTo>
                  <a:cubicBezTo>
                    <a:pt x="2284" y="15778"/>
                    <a:pt x="4395" y="16376"/>
                    <a:pt x="6611" y="16376"/>
                  </a:cubicBezTo>
                  <a:cubicBezTo>
                    <a:pt x="11382" y="16376"/>
                    <a:pt x="14151" y="14008"/>
                    <a:pt x="15631" y="12019"/>
                  </a:cubicBezTo>
                  <a:cubicBezTo>
                    <a:pt x="17461" y="9567"/>
                    <a:pt x="18108" y="6689"/>
                    <a:pt x="18108" y="4971"/>
                  </a:cubicBezTo>
                  <a:cubicBezTo>
                    <a:pt x="18108" y="4747"/>
                    <a:pt x="18103" y="4701"/>
                    <a:pt x="18110" y="4637"/>
                  </a:cubicBezTo>
                  <a:cubicBezTo>
                    <a:pt x="18336" y="4435"/>
                    <a:pt x="18964" y="4133"/>
                    <a:pt x="19935" y="2718"/>
                  </a:cubicBezTo>
                  <a:cubicBezTo>
                    <a:pt x="20080" y="2505"/>
                    <a:pt x="20070" y="2221"/>
                    <a:pt x="19909" y="2019"/>
                  </a:cubicBezTo>
                  <a:cubicBezTo>
                    <a:pt x="19795" y="1879"/>
                    <a:pt x="19625" y="1801"/>
                    <a:pt x="19451" y="1801"/>
                  </a:cubicBezTo>
                  <a:cubicBezTo>
                    <a:pt x="19377" y="1801"/>
                    <a:pt x="19303" y="1815"/>
                    <a:pt x="19231" y="1844"/>
                  </a:cubicBezTo>
                  <a:cubicBezTo>
                    <a:pt x="19194" y="1860"/>
                    <a:pt x="19155" y="1874"/>
                    <a:pt x="19118" y="1890"/>
                  </a:cubicBezTo>
                  <a:cubicBezTo>
                    <a:pt x="19269" y="1630"/>
                    <a:pt x="19392" y="1356"/>
                    <a:pt x="19490" y="1062"/>
                  </a:cubicBezTo>
                  <a:cubicBezTo>
                    <a:pt x="19564" y="841"/>
                    <a:pt x="19498" y="598"/>
                    <a:pt x="19327" y="443"/>
                  </a:cubicBezTo>
                  <a:cubicBezTo>
                    <a:pt x="19217" y="344"/>
                    <a:pt x="19076" y="292"/>
                    <a:pt x="18934" y="292"/>
                  </a:cubicBezTo>
                  <a:cubicBezTo>
                    <a:pt x="18853" y="292"/>
                    <a:pt x="18771" y="309"/>
                    <a:pt x="18694" y="344"/>
                  </a:cubicBezTo>
                  <a:cubicBezTo>
                    <a:pt x="18690" y="345"/>
                    <a:pt x="18676" y="351"/>
                    <a:pt x="18651" y="363"/>
                  </a:cubicBezTo>
                  <a:cubicBezTo>
                    <a:pt x="17724" y="830"/>
                    <a:pt x="16999" y="1103"/>
                    <a:pt x="16670" y="1166"/>
                  </a:cubicBezTo>
                  <a:cubicBezTo>
                    <a:pt x="16647" y="1147"/>
                    <a:pt x="16624" y="1126"/>
                    <a:pt x="16603" y="1106"/>
                  </a:cubicBezTo>
                  <a:cubicBezTo>
                    <a:pt x="16194" y="745"/>
                    <a:pt x="15347" y="1"/>
                    <a:pt x="13631"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LibreOffice/25.8.1.1$Linux_X86_64 LibreOffice_project/580$Build-1</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2026-08-10T09:01:07Z</dcterms:created>
  <dc:creator>Slidesgo AI</dc:creator>
  <dc:description/>
  <dc:language>en-US</dc:language>
  <cp:lastModifiedBy>Unknown Creator</cp:lastModifiedBy>
  <dcterms:modified xsi:type="dcterms:W3CDTF">2026-08-10T09:01:07Z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14</vt:r8>
  </property>
  <property fmtid="{D5CDD505-2E9C-101B-9397-08002B2CF9AE}" pid="3" name="SlidesgoGeneratedBy">
    <vt:lpwstr>slidesgo-ai</vt:lpwstr>
  </property>
  <property fmtid="{D5CDD505-2E9C-101B-9397-08002B2CF9AE}" pid="4" name="SlidesgoPresentationUuid">
    <vt:lpwstr>a277c164-0e8b-4a24-928f-cdd66c75e30b</vt:lpwstr>
  </property>
</Properties>
</file>